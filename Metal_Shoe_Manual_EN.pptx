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HWK Metal Found in Shoes Report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</a:rPr>
              <a:t>Q-TRAIN Metal Shoe Case — User Manual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DBFE"/>
                </a:solidFill>
              </a:rPr>
              <a:t>March 20,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50292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</a:rPr>
              <a:t>HWK Vietnam QIP Department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0AF"/>
                </a:solidFill>
              </a:rPr>
              <a:t>Workflow: Before vs After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❌ Previous (Manual)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• Manual Excel recording (144 cases/year)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• Single QA staff managing alone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• Action plans requested/tracked via email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• Reports manually created (weekly/monthly)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• No data sharing, no real-time visibility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28232" y="1097280"/>
            <a:ext cx="5303520" cy="50292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1112" y="1280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✅ New System (Q-TRAIN)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11112" y="18288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</a:rPr>
              <a:t>• Web-based case registration + Excel bulk import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11112" y="24231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</a:rPr>
              <a:t>• Real-time dashboard (KPI, charts, by factory/supplier)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11112" y="30175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</a:rPr>
              <a:t>• Auto workflow by supplier type (Bottom→Return Dashboard / Upper→PPTX)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11112" y="36118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</a:rPr>
              <a:t>• PDF/Excel/PPTX reports with 1-click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11112" y="42062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</a:rPr>
              <a:t>• 3-project integration (Q-TRAIN ↔ Return Dashboard ↔ Quality OS)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</a:rPr>
              <a:t>1. Dashboard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6 KPI cards, factory table, supplier chart, weekly trend</a:t>
            </a:r>
            <a:endParaRPr lang="en-US" sz="1100" dirty="0"/>
          </a:p>
        </p:txBody>
      </p:sp>
      <p:pic>
        <p:nvPicPr>
          <p:cNvPr id="4" name="Image 0" descr="/Users/ksmoon/Coding/training managment system/q-train/manual-screenshots/01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11640312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</a:rPr>
              <a:t>2. Case Register (Manual)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Manual entry form — 15 fields (date, factory, line, model, supplier, component, X-Ray etc.)</a:t>
            </a:r>
            <a:endParaRPr lang="en-US" sz="1100" dirty="0"/>
          </a:p>
        </p:txBody>
      </p:sp>
      <p:pic>
        <p:nvPicPr>
          <p:cNvPr id="4" name="Image 0" descr="/Users/ksmoon/Coding/training managment system/q-train/manual-screenshots/02-register-man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11640312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</a:rPr>
              <a:t>3. Case Register (Excel)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Upload existing Excel file → Auto-match supplier names → Bulk import</a:t>
            </a:r>
            <a:endParaRPr lang="en-US" sz="1100" dirty="0"/>
          </a:p>
        </p:txBody>
      </p:sp>
      <p:pic>
        <p:nvPicPr>
          <p:cNvPr id="4" name="Image 0" descr="/Users/ksmoon/Coding/training managment system/q-train/manual-screenshots/03-register-im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11640312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</a:rPr>
              <a:t>4. Case Tracking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Table with search/status/supplier filters + detail modal</a:t>
            </a:r>
            <a:endParaRPr lang="en-US" sz="1100" dirty="0"/>
          </a:p>
        </p:txBody>
      </p:sp>
      <p:pic>
        <p:nvPicPr>
          <p:cNvPr id="4" name="Image 0" descr="/Users/ksmoon/Coding/training managment system/q-train/manual-screenshots/04-tracking-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11640312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</a:rPr>
              <a:t>5. Bottom Supplier Workflow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Auto sync to Return Dashboard → Supplier submits action plan → Reverse sync</a:t>
            </a:r>
            <a:endParaRPr lang="en-US" sz="1100" dirty="0"/>
          </a:p>
        </p:txBody>
      </p:sp>
      <p:pic>
        <p:nvPicPr>
          <p:cNvPr id="4" name="Image 0" descr="/Users/ksmoon/Coding/training managment system/q-train/manual-screenshots/05-tracking-bottom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11640312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</a:rPr>
              <a:t>6. Upper/Internal Supplier Workflow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Download PPTX action request → Send to team → Upload photos + description</a:t>
            </a:r>
            <a:endParaRPr lang="en-US" sz="1100" dirty="0"/>
          </a:p>
        </p:txBody>
      </p:sp>
      <p:pic>
        <p:nvPicPr>
          <p:cNvPr id="4" name="Image 0" descr="/Users/ksmoon/Coding/training managment system/q-train/manual-screenshots/06-tracking-upper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11640312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</a:rPr>
              <a:t>7. Report Generation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Annual Excel (4 sheets), Weekly PDF (jsPDF), Supplier Notice PPTX (16:9)</a:t>
            </a:r>
            <a:endParaRPr lang="en-US" sz="1100" dirty="0"/>
          </a:p>
        </p:txBody>
      </p:sp>
      <p:pic>
        <p:nvPicPr>
          <p:cNvPr id="4" name="Image 0" descr="/Users/ksmoon/Coding/training managment system/q-train/manual-screenshots/07-report-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11640312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Example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</a:rPr>
              <a:t>Scenario 1: Bottom — TS RG Outsole Metal Found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1. QA registers case (VS PACE 2.0, RG D 10-1, BOTTOM)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2. System auto-creates issue in Return Dashboard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3. TS RG Outsole submits action plan in Return Dashboard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4. QA clicks "Sync Actions" → Confirmed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5. Status: Confirmed → Action Received → Closed</a:t>
            </a:r>
            <a:endParaRPr lang="en-US" sz="1000" dirty="0"/>
          </a:p>
        </p:txBody>
      </p:sp>
      <p:pic>
        <p:nvPicPr>
          <p:cNvPr id="9" name="Image 0" descr="/Users/ksmoon/Coding/training managment system/q-train/manual-screenshots/05-tracking-bottom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00584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Example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</a:rPr>
              <a:t>Scenario 2: Upper — RG A Stitching Metal Found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1. QA registers case (TENSAUR SPORT, RG A 3-1, UPPER)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2. Click "Download Action Request (PPTX)" in Tracking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3. Email PPTX to RG A stitching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4. Team replies with root cause + corrective action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5. QA clicks "Register Action Plan" → upload photos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6. Status: Confirmed → Action Received → Closed</a:t>
            </a:r>
            <a:endParaRPr lang="en-US" sz="1000" dirty="0"/>
          </a:p>
        </p:txBody>
      </p:sp>
      <p:pic>
        <p:nvPicPr>
          <p:cNvPr id="10" name="Image 0" descr="/Users/ksmoon/Coding/training managment system/q-train/manual-screenshots/06-tracking-upper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00584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Example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</a:rPr>
              <a:t>Scenario 3: Excel Bulk Import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1. Prepare existing Excel file (DATA sheet)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2. Case Register → Excel Import → Upload file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3. Auto-match supplier names (TSRG → TAESUNG_RG_OUTSOLE)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4. Review unmatched → Click Import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5. Dashboard shows all data immediately</a:t>
            </a:r>
            <a:endParaRPr lang="en-US" sz="1000" dirty="0"/>
          </a:p>
        </p:txBody>
      </p:sp>
      <p:pic>
        <p:nvPicPr>
          <p:cNvPr id="9" name="Image 0" descr="/Users/ksmoon/Coding/training managment system/q-train/manual-screenshots/03-register-im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00584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DBFE"/>
                </a:solidFill>
              </a:rPr>
              <a:t>Contact: hwk_qa@hsvina.com | System: https://q-train-web.web.app/equipment/metal-shoes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3C5FD"/>
                </a:solidFill>
              </a:rPr>
              <a:t>Generated by Q-TRAIN System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HWK Vietnam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Q-TRAIN System</dc:creator>
  <cp:lastModifiedBy>Q-TRAIN System</cp:lastModifiedBy>
  <cp:revision>1</cp:revision>
  <dcterms:created xsi:type="dcterms:W3CDTF">2026-03-20T07:18:55Z</dcterms:created>
  <dcterms:modified xsi:type="dcterms:W3CDTF">2026-03-20T07:18:55Z</dcterms:modified>
</cp:coreProperties>
</file>