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40A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1127455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HWK 금속 발견 신발 보고서 시스템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274320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3C5FD"/>
                </a:solidFill>
              </a:rPr>
              <a:t>Q-TRAIN Metal Shoe Case — 사용자 매뉴얼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365760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FDBFE"/>
                </a:solidFill>
              </a:rPr>
              <a:t>2026년 3월 20일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502920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3C5FD"/>
                </a:solidFill>
              </a:rPr>
              <a:t>HWK Vietnam QIP Department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40AF"/>
                </a:solidFill>
              </a:rPr>
              <a:t>업무 프로세스: 전(Before) vs 후(After)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5303520" cy="5029200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28016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C2626"/>
                </a:solidFill>
              </a:rPr>
              <a:t>❌ 기존 방식 (수작업)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828800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1D1D"/>
                </a:solidFill>
              </a:rPr>
              <a:t>• 엑셀 파일로 수동 기록 (144건/년)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2423160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1D1D"/>
                </a:solidFill>
              </a:rPr>
              <a:t>• QA 직원 1명이 단독 관리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3017520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1D1D"/>
                </a:solidFill>
              </a:rPr>
              <a:t>• 업체 액션플랜 이메일로 수동 요청/추적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3611880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1D1D"/>
                </a:solidFill>
              </a:rPr>
              <a:t>• 보고서 수동 작성 (주간/월간)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4206240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1D1D"/>
                </a:solidFill>
              </a:rPr>
              <a:t>• 데이터 공유 불가, 실시간 현황 파악 어려움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28232" y="1097280"/>
            <a:ext cx="5303520" cy="5029200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11112" y="128016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A34A"/>
                </a:solidFill>
              </a:rPr>
              <a:t>✅ 새로운 시스템 (Q-TRAIN)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611112" y="1828800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532D"/>
                </a:solidFill>
              </a:rPr>
              <a:t>• 웹 기반 케이스 등록 + 엑셀 일괄 임포트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11112" y="2423160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532D"/>
                </a:solidFill>
              </a:rPr>
              <a:t>• 실시간 대시보드 (KPI, 차트, 공장별/업체별)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611112" y="3017520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532D"/>
                </a:solidFill>
              </a:rPr>
              <a:t>• 업체 유형별 자동 워크플로우 (창→Return Dashboard / 갑피→PPTX)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611112" y="3611880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532D"/>
                </a:solidFill>
              </a:rPr>
              <a:t>• PDF/Excel/PPTX 보고서 1클릭 생성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611112" y="4206240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532D"/>
                </a:solidFill>
              </a:rPr>
              <a:t>• 3개 프로젝트 연동 (Q-TRAIN ↔ Return Dashboard ↔ Quality OS)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40AF"/>
                </a:solidFill>
              </a:rPr>
              <a:t>1. 대시보드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6개 KPI 카드, 공장별 테이블, 업체별 차트, 주간 추이</a:t>
            </a:r>
            <a:endParaRPr lang="en-US" sz="1100" dirty="0"/>
          </a:p>
        </p:txBody>
      </p:sp>
      <p:pic>
        <p:nvPicPr>
          <p:cNvPr id="4" name="Image 0" descr="/Users/ksmoon/Coding/training managment system/q-train/manual-screenshots/01-dash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005840"/>
            <a:ext cx="11640312" cy="55778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40AF"/>
                </a:solidFill>
              </a:rPr>
              <a:t>2. 케이스 등록 (수동)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수동 입력 폼 — 15개 필드 (날짜, 공장, 라인, 모델, 업체, 부품, X-Ray 등)</a:t>
            </a:r>
            <a:endParaRPr lang="en-US" sz="1100" dirty="0"/>
          </a:p>
        </p:txBody>
      </p:sp>
      <p:pic>
        <p:nvPicPr>
          <p:cNvPr id="4" name="Image 0" descr="/Users/ksmoon/Coding/training managment system/q-train/manual-screenshots/02-register-manu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005840"/>
            <a:ext cx="11640312" cy="55778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40AF"/>
                </a:solidFill>
              </a:rPr>
              <a:t>3. 케이스 등록 (엑셀)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기존 엑셀 파일 업로드 → 업체명 자동 매칭 → 일괄 임포트</a:t>
            </a:r>
            <a:endParaRPr lang="en-US" sz="1100" dirty="0"/>
          </a:p>
        </p:txBody>
      </p:sp>
      <p:pic>
        <p:nvPicPr>
          <p:cNvPr id="4" name="Image 0" descr="/Users/ksmoon/Coding/training managment system/q-train/manual-screenshots/03-register-impo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005840"/>
            <a:ext cx="11640312" cy="55778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40AF"/>
                </a:solidFill>
              </a:rPr>
              <a:t>4. 케이스 추적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8건 테이블 + 검색/상태/업체 필터 + 상세 모달</a:t>
            </a:r>
            <a:endParaRPr lang="en-US" sz="1100" dirty="0"/>
          </a:p>
        </p:txBody>
      </p:sp>
      <p:pic>
        <p:nvPicPr>
          <p:cNvPr id="4" name="Image 0" descr="/Users/ksmoon/Coding/training managment system/q-train/manual-screenshots/04-tracking-tab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005840"/>
            <a:ext cx="11640312" cy="55778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40AF"/>
                </a:solidFill>
              </a:rPr>
              <a:t>5. Bottom(창) 업체 워크플로우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Return Dashboard 자동 연동 → 업체가 액션플랜 등록 → 역동기화</a:t>
            </a:r>
            <a:endParaRPr lang="en-US" sz="1100" dirty="0"/>
          </a:p>
        </p:txBody>
      </p:sp>
      <p:pic>
        <p:nvPicPr>
          <p:cNvPr id="4" name="Image 0" descr="/Users/ksmoon/Coding/training managment system/q-train/manual-screenshots/05-tracking-bottom-detai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005840"/>
            <a:ext cx="11640312" cy="557784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40AF"/>
                </a:solidFill>
              </a:rPr>
              <a:t>6. Upper/Internal(갑피/재단) 업체 워크플로우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PPTX 액션 요청서 다운로드 → 팀에 전달 → 회신 후 사진+내용 업로드</a:t>
            </a:r>
            <a:endParaRPr lang="en-US" sz="1100" dirty="0"/>
          </a:p>
        </p:txBody>
      </p:sp>
      <p:pic>
        <p:nvPicPr>
          <p:cNvPr id="4" name="Image 0" descr="/Users/ksmoon/Coding/training managment system/q-train/manual-screenshots/06-tracking-upper-detai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005840"/>
            <a:ext cx="11640312" cy="55778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40AF"/>
                </a:solidFill>
              </a:rPr>
              <a:t>7. 보고서 생성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연간 Excel (4시트), 주간 PDF (jsPDF), 업체 통보서 PPTX (16:9)</a:t>
            </a:r>
            <a:endParaRPr lang="en-US" sz="1100" dirty="0"/>
          </a:p>
        </p:txBody>
      </p:sp>
      <p:pic>
        <p:nvPicPr>
          <p:cNvPr id="4" name="Image 0" descr="/Users/ksmoon/Coding/training managment system/q-train/manual-screenshots/07-report-p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005840"/>
            <a:ext cx="11640312" cy="557784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시나리오 예시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40AF"/>
                </a:solidFill>
              </a:rPr>
              <a:t>시나리오 1: Bottom — TS RG Outsole 금속 발견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5669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1. QA가 케이스 등록 (VS PACE 2.0, RG D 10-1, BOTTOM)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5669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2. 시스템이 Return Dashboard에 이슈 자동 생성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1920240"/>
            <a:ext cx="5669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3. TS RG Outsole이 Return Dashboard에서 액션플랜 등록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2377440"/>
            <a:ext cx="5669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4. QA가 "액션 동기화" 클릭 → 완료 확인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2834640"/>
            <a:ext cx="5669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5. 상태: Confirmed → Action Received → Closed</a:t>
            </a:r>
            <a:endParaRPr lang="en-US" sz="1000" dirty="0"/>
          </a:p>
        </p:txBody>
      </p:sp>
      <p:pic>
        <p:nvPicPr>
          <p:cNvPr id="9" name="Image 0" descr="/Users/ksmoon/Coding/training managment system/q-train/manual-screenshots/05-tracking-bottom-detai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0" y="1005840"/>
            <a:ext cx="5303520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시나리오 예시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40AF"/>
                </a:solidFill>
              </a:rPr>
              <a:t>시나리오 2: Upper — RG A Stitching 금속 발견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5669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1. QA가 케이스 등록 (TENSAUR SPORT, RG A 3-1, UPPER)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5669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2. Tracking에서 "액션 요청서 다운로드 (PPTX)" 클릭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1920240"/>
            <a:ext cx="5669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3. PPTX를 RG A 재봉팀에 이메일 전달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2377440"/>
            <a:ext cx="5669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4. 재봉팀이 근본원인+시정조치 작성 후 회신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2834640"/>
            <a:ext cx="5669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5. QA가 "액션플랜 등록" → 내용+사진 업로드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3291840"/>
            <a:ext cx="5669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6. 상태: Confirmed → Action Received → Closed</a:t>
            </a:r>
            <a:endParaRPr lang="en-US" sz="1000" dirty="0"/>
          </a:p>
        </p:txBody>
      </p:sp>
      <p:pic>
        <p:nvPicPr>
          <p:cNvPr id="10" name="Image 0" descr="/Users/ksmoon/Coding/training managment system/q-train/manual-screenshots/06-tracking-upper-detai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0" y="1005840"/>
            <a:ext cx="5303520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시나리오 예시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40AF"/>
                </a:solidFill>
              </a:rPr>
              <a:t>시나리오 3: 엑셀 일괄 임포트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5669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1. 기존 엑셀 파일 준비 (DATA 시트)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5669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2. Case Register → Excel Import → 파일 업로드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1920240"/>
            <a:ext cx="5669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3. 업체명 자동 매칭 (TSRG → TAESUNG_RG_OUTSOLE)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2377440"/>
            <a:ext cx="5669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4. 미매칭 업체 확인 → Import 클릭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2834640"/>
            <a:ext cx="5669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5. 대시보드에서 전체 현황 즉시 확인</a:t>
            </a:r>
            <a:endParaRPr lang="en-US" sz="1000" dirty="0"/>
          </a:p>
        </p:txBody>
      </p:sp>
      <p:pic>
        <p:nvPicPr>
          <p:cNvPr id="9" name="Image 0" descr="/Users/ksmoon/Coding/training managment system/q-train/manual-screenshots/03-register-impo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0" y="1005840"/>
            <a:ext cx="5303520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40A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112745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Thank You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365760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FDBFE"/>
                </a:solidFill>
              </a:rPr>
              <a:t>문의: hwk_qa@hsvina.com | 시스템: https://q-train-web.web.app/equipment/metal-shoes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457200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93C5FD"/>
                </a:solidFill>
              </a:rPr>
              <a:t>Generated by Q-TRAIN System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HWK Vietnam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Q-TRAIN System</dc:creator>
  <cp:lastModifiedBy>Q-TRAIN System</cp:lastModifiedBy>
  <cp:revision>1</cp:revision>
  <dcterms:created xsi:type="dcterms:W3CDTF">2026-03-20T07:18:55Z</dcterms:created>
  <dcterms:modified xsi:type="dcterms:W3CDTF">2026-03-20T07:18:55Z</dcterms:modified>
</cp:coreProperties>
</file>