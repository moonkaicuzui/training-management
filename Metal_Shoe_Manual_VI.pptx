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Hệ thống báo cáo phát hiện kim loại trong giày HWK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3C5FD"/>
                </a:solidFill>
              </a:rPr>
              <a:t>Q-TRAIN Metal Shoe Case — Hướng dẫn sử dụng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FDBFE"/>
                </a:solidFill>
              </a:rPr>
              <a:t>Ngày 20 tháng 3 năm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50292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C5FD"/>
                </a:solidFill>
              </a:rPr>
              <a:t>HWK Vietnam QIP Department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0AF"/>
                </a:solidFill>
              </a:rPr>
              <a:t>Quy trình: Trước và Sau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303520" cy="50292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❌ Trước đây (Thủ công)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</a:rPr>
              <a:t>• Ghi chép thủ công bằng Excel (144 ca/năm)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</a:rPr>
              <a:t>• 1 nhân viên QA quản lý một mình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</a:rPr>
              <a:t>• Yêu cầu/theo dõi kế hoạch hành động qua email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</a:rPr>
              <a:t>• Báo cáo tạo thủ công (hàng tuần/tháng)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42062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</a:rPr>
              <a:t>• Không chia sẻ dữ liệu, không theo dõi thời gian thực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28232" y="1097280"/>
            <a:ext cx="5303520" cy="50292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11112" y="1280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✅ Hệ thống mới (Q-TRAIN)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11112" y="18288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32D"/>
                </a:solidFill>
              </a:rPr>
              <a:t>• Đăng ký ca qua web + nhập hàng loạt từ Excel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11112" y="24231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32D"/>
                </a:solidFill>
              </a:rPr>
              <a:t>• Bảng điều khiển thời gian thực (KPI, biểu đồ)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11112" y="30175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32D"/>
                </a:solidFill>
              </a:rPr>
              <a:t>• Quy trình tự động theo loại NCC (Bottom→Return Dashboard / Upper→PPTX)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11112" y="36118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32D"/>
                </a:solidFill>
              </a:rPr>
              <a:t>• Báo cáo PDF/Excel/PPTX chỉ 1 click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11112" y="42062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32D"/>
                </a:solidFill>
              </a:rPr>
              <a:t>• Tích hợp 3 dự án (Q-TRAIN ↔ Return Dashboard ↔ Quality OS)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</a:rPr>
              <a:t>1. Bảng điều khiển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6 thẻ KPI, bảng nhà máy, biểu đồ NCC, xu hướng tuần</a:t>
            </a:r>
            <a:endParaRPr lang="en-US" sz="1100" dirty="0"/>
          </a:p>
        </p:txBody>
      </p:sp>
      <p:pic>
        <p:nvPicPr>
          <p:cNvPr id="4" name="Image 0" descr="/Users/ksmoon/Coding/training managment system/q-train/manual-screenshots/01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11640312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</a:rPr>
              <a:t>2. Đăng ký ca (Thủ công)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Form nhập thủ công — 15 trường (ngày, nhà máy, dây chuyền, mẫu, NCC...)</a:t>
            </a:r>
            <a:endParaRPr lang="en-US" sz="1100" dirty="0"/>
          </a:p>
        </p:txBody>
      </p:sp>
      <p:pic>
        <p:nvPicPr>
          <p:cNvPr id="4" name="Image 0" descr="/Users/ksmoon/Coding/training managment system/q-train/manual-screenshots/02-register-man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11640312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</a:rPr>
              <a:t>3. Đăng ký ca (Excel)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Tải file Excel hiện có → Tự khớp tên NCC → Nhập hàng loạt</a:t>
            </a:r>
            <a:endParaRPr lang="en-US" sz="1100" dirty="0"/>
          </a:p>
        </p:txBody>
      </p:sp>
      <p:pic>
        <p:nvPicPr>
          <p:cNvPr id="4" name="Image 0" descr="/Users/ksmoon/Coding/training managment system/q-train/manual-screenshots/03-register-im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11640312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</a:rPr>
              <a:t>4. Theo dõi ca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Bảng với tìm kiếm/lọc + modal chi tiết</a:t>
            </a:r>
            <a:endParaRPr lang="en-US" sz="1100" dirty="0"/>
          </a:p>
        </p:txBody>
      </p:sp>
      <p:pic>
        <p:nvPicPr>
          <p:cNvPr id="4" name="Image 0" descr="/Users/ksmoon/Coding/training managment system/q-train/manual-screenshots/04-tracking-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11640312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</a:rPr>
              <a:t>5. Quy trình NCC Bottom (Đế)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Tự đồng bộ Return Dashboard → NCC đăng ký hành động → Đồng bộ ngược</a:t>
            </a:r>
            <a:endParaRPr lang="en-US" sz="1100" dirty="0"/>
          </a:p>
        </p:txBody>
      </p:sp>
      <p:pic>
        <p:nvPicPr>
          <p:cNvPr id="4" name="Image 0" descr="/Users/ksmoon/Coding/training managment system/q-train/manual-screenshots/05-tracking-bottom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11640312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</a:rPr>
              <a:t>6. Quy trình NCC Upper/Internal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Tải PPTX yêu cầu → Gửi cho nhóm → Tải ảnh + mô tả lên</a:t>
            </a:r>
            <a:endParaRPr lang="en-US" sz="1100" dirty="0"/>
          </a:p>
        </p:txBody>
      </p:sp>
      <p:pic>
        <p:nvPicPr>
          <p:cNvPr id="4" name="Image 0" descr="/Users/ksmoon/Coding/training managment system/q-train/manual-screenshots/06-tracking-upper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11640312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</a:rPr>
              <a:t>7. Tạo báo cáo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Excel năm (4 sheet), PDF tuần, PPTX thông báo NCC</a:t>
            </a:r>
            <a:endParaRPr lang="en-US" sz="1100" dirty="0"/>
          </a:p>
        </p:txBody>
      </p:sp>
      <p:pic>
        <p:nvPicPr>
          <p:cNvPr id="4" name="Image 0" descr="/Users/ksmoon/Coding/training managment system/q-train/manual-screenshots/07-report-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11640312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Ví dụ tình huống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</a:rPr>
              <a:t>TH 1: Bottom — TS RG Outsole phát hiện kim loại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1. QA đăng ký ca (VS PACE 2.0, RG D 10-1, BOTTOM)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2. Hệ thống tự tạo vấn đề trong Return Dashboard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3. TS RG Outsole đăng ký hành động trong Return Dashboard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4. QA nhấp "Đồng bộ hành động" → Xác nhận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5. Trạng thái: Confirmed → Action Received → Closed</a:t>
            </a:r>
            <a:endParaRPr lang="en-US" sz="1000" dirty="0"/>
          </a:p>
        </p:txBody>
      </p:sp>
      <p:pic>
        <p:nvPicPr>
          <p:cNvPr id="9" name="Image 0" descr="/Users/ksmoon/Coding/training managment system/q-train/manual-screenshots/05-tracking-bottom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00584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Ví dụ tình huống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</a:rPr>
              <a:t>TH 2: Upper — RG A Stitching phát hiện kim loại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1. QA đăng ký ca (TENSAUR SPORT, RG A 3-1, UPPER)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2. Nhấp "Tải yêu cầu hành động (PPTX)"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3. Gửi PPTX cho nhóm may RG 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4. Nhóm trả lời với phân tích + hành động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5. QA nhấp "Đăng ký kế hoạch" → tải ảnh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6. Trạng thái: Confirmed → Action Received → Closed</a:t>
            </a:r>
            <a:endParaRPr lang="en-US" sz="1000" dirty="0"/>
          </a:p>
        </p:txBody>
      </p:sp>
      <p:pic>
        <p:nvPicPr>
          <p:cNvPr id="10" name="Image 0" descr="/Users/ksmoon/Coding/training managment system/q-train/manual-screenshots/06-tracking-upper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00584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Ví dụ tình huống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</a:rPr>
              <a:t>TH 3: Nhập hàng loạt từ Excel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1. Chuẩn bị file Excel (sheet DATA)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2. Case Register → Excel Import → Tải file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3. Tự khớp tên NCC (TSRG → TAESUNG_RG_OUTSOLE)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4. Kiểm tra NCC chưa khớp → Nhấp Import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5. Bảng điều khiển hiển thị ngay</a:t>
            </a:r>
            <a:endParaRPr lang="en-US" sz="1000" dirty="0"/>
          </a:p>
        </p:txBody>
      </p:sp>
      <p:pic>
        <p:nvPicPr>
          <p:cNvPr id="9" name="Image 0" descr="/Users/ksmoon/Coding/training managment system/q-train/manual-screenshots/03-register-im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00584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FDBFE"/>
                </a:solidFill>
              </a:rPr>
              <a:t>Liên hệ: hwk_qa@hsvina.com | Hệ thống: https://q-train-web.web.app/equipment/metal-shoes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3C5FD"/>
                </a:solidFill>
              </a:rPr>
              <a:t>Generated by Q-TRAIN System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HWK Vietnam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Q-TRAIN System</dc:creator>
  <cp:lastModifiedBy>Q-TRAIN System</cp:lastModifiedBy>
  <cp:revision>1</cp:revision>
  <dcterms:created xsi:type="dcterms:W3CDTF">2026-03-20T07:18:55Z</dcterms:created>
  <dcterms:modified xsi:type="dcterms:W3CDTF">2026-03-20T07:18:55Z</dcterms:modified>
</cp:coreProperties>
</file>