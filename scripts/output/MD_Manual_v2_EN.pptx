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-457200"/>
            <a:ext cx="3657600" cy="8229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5029200"/>
            <a:ext cx="3657600" cy="3657600"/>
          </a:xfrm>
          <a:prstGeom prst="ellipse">
            <a:avLst/>
          </a:prstGeom>
          <a:solidFill>
            <a:srgbClr val="1E337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Detector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Inspection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291840"/>
            <a:ext cx="32004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Manual v2.0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Q-TRAIN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HWK Vietnam - QIP Department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Changed? Before vs After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(Manual Process)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Record on paper forms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Compile Excel manually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Email weekly report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Track CA in separate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real-time visibility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(Q-TRAIN System)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Enter on phone or PC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 dashboard &amp; KPI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PDF report in 1 click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 tracked in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factory comparison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5394960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440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2+ hours manual work → 5 minutes data entry per day!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 - 4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summary, factory comparison, trends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Entry + Detailed Entry modes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inspection records, CA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0972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generation by week</a:t>
            </a:r>
            <a:endParaRPr lang="en-US" sz="1100" dirty="0"/>
          </a:p>
        </p:txBody>
      </p:sp>
      <p:pic>
        <p:nvPicPr>
          <p:cNvPr id="20" name="Image 0" descr="/Users/ksmoon/Coding/training managment system/q-train/scripts/screenshots/03_mai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31920"/>
            <a:ext cx="8229600" cy="2743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21" name="Shape 18"/>
          <p:cNvSpPr/>
          <p:nvPr/>
        </p:nvSpPr>
        <p:spPr>
          <a:xfrm>
            <a:off x="457200" y="3931920"/>
            <a:ext cx="8229600" cy="2743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Open Q-TRAIN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https://q-train-web.web.app/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8961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Chrome browser and enter the URL above</a:t>
            </a:r>
            <a:endParaRPr lang="en-US" sz="1100" dirty="0"/>
          </a:p>
        </p:txBody>
      </p:sp>
      <p:pic>
        <p:nvPicPr>
          <p:cNvPr id="7" name="Image 0" descr="/Users/ksmoon/Coding/training managment system/q-train/scripts/screenshots/01_login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8229600" cy="5029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0" y="329184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91840" y="3310128"/>
            <a:ext cx="13716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field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26080" y="384048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2608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3858768"/>
            <a:ext cx="164592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field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926080" y="448056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92608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91840" y="4498848"/>
            <a:ext cx="13716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button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Enter Credentials &amp; Login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02_login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0" y="27432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95160" y="2761488"/>
            <a:ext cx="20116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company email (@hsvina.com)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83680" y="338328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95160" y="3401568"/>
            <a:ext cx="20116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password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0" y="402336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8368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95160" y="4041648"/>
            <a:ext cx="201168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"Login" button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63093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63276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@hsvina.com, @hwaseung.com, @hwaseungvina.com emails allowed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Navigate to Metal Detector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961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&gt; Equipment Compliance &gt; Metal Detector</a:t>
            </a:r>
            <a:endParaRPr lang="en-US" sz="1400" dirty="0"/>
          </a:p>
        </p:txBody>
      </p:sp>
      <p:pic>
        <p:nvPicPr>
          <p:cNvPr id="6" name="Image 0" descr="/Users/ksmoon/Coding/training managment system/q-train/scripts/screenshots/16_sidebar_navi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3657600" cy="5029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274320" y="1463040"/>
            <a:ext cx="3657600" cy="5029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06240" y="1463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sidebar menu shows all Q-TRAIN modules. Metal Detector is under "Equipment Compliance".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3774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2468880"/>
            <a:ext cx="320040" cy="32004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805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37760" y="2377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30175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3108960"/>
            <a:ext cx="320040" cy="32004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8056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37760" y="3017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Form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89120" y="36576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0560" y="3749040"/>
            <a:ext cx="320040" cy="32004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48056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3776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89120" y="429768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80560" y="4389120"/>
            <a:ext cx="320040" cy="32004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48056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937760" y="4297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Entry: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input fields on ONE screen - the fastest way to record inspections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06_md_input_quick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475488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475488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612648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"Quick Entry" tab selected at top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6126480"/>
            <a:ext cx="256032" cy="256032"/>
          </a:xfrm>
          <a:prstGeom prst="ellipse">
            <a:avLst/>
          </a:prstGeom>
          <a:solidFill>
            <a:srgbClr val="1E3A8A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4612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616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A/B/C/D buttons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72200" y="612648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9224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+ Machine ID + Inspector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20040" y="6126480"/>
            <a:ext cx="256032" cy="256032"/>
          </a:xfrm>
          <a:prstGeom prst="ellipse">
            <a:avLst/>
          </a:prstGeom>
          <a:solidFill>
            <a:srgbClr val="1E3A8A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004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Sensitivity: Fe / SUS / Non-Fe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46120" y="612648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24612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56616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result + Save button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72200" y="612648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72200" y="6126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6080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"Today: 0" counter at top right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Select Factory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one of A / B / C / D buttons. The selected button turns blue.</a:t>
            </a:r>
            <a:endParaRPr lang="en-US" sz="1300" dirty="0"/>
          </a:p>
        </p:txBody>
      </p:sp>
      <p:pic>
        <p:nvPicPr>
          <p:cNvPr id="5" name="Image 0" descr="/Users/ksmoon/Coding/training managment system/q-train/scripts/screenshots/07_md_input_factory_se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0" y="2286000"/>
            <a:ext cx="365760" cy="3657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0" y="2331720"/>
            <a:ext cx="2286000" cy="320040"/>
          </a:xfrm>
          <a:prstGeom prst="rect">
            <a:avLst>
              <a:gd name="adj" fmla="val 14286"/>
            </a:avLst>
          </a:prstGeom>
          <a:solidFill>
            <a:srgbClr val="16A34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 selected (blue)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61264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614476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selection is retained after saving for continuous input.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Enter Line &amp; Machine ID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08_md_input_line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0" y="27432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8288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40280" y="2761488"/>
            <a:ext cx="22860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field (e.g., 4-1)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27432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2761488"/>
            <a:ext cx="27432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ID field (e.g., A410201)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59436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96188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Machine ID is printed on the machine label. Auto-complete suggests previously used IDs.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Enter Sensitivity Values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09_md_input_sensitivity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8288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40280" y="3218688"/>
            <a:ext cx="18288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 = 1.5 mm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3218688"/>
            <a:ext cx="18288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= 2.0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12280" y="3218688"/>
            <a:ext cx="18288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Non-Fe = 2.5 mm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59436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96188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These values are retained after save for the next entry.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Select Result &amp; Save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10_md_input_ready_to_s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0" y="3931920"/>
            <a:ext cx="365760" cy="3657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0" y="3968496"/>
            <a:ext cx="2560320" cy="320040"/>
          </a:xfrm>
          <a:prstGeom prst="rect">
            <a:avLst>
              <a:gd name="adj" fmla="val 14286"/>
            </a:avLst>
          </a:prstGeom>
          <a:solidFill>
            <a:srgbClr val="16A34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button (green) - default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3931920"/>
            <a:ext cx="365760" cy="36576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3968496"/>
            <a:ext cx="13716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button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59436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96188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is PASS. Only click FAIL if the machine failed the test.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FAIL: Enter Failure Details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FAIL is selected, a red section appears: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11_md_input_fail_se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41148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280160"/>
            <a:ext cx="8229600" cy="4114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486400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EE2E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541264"/>
            <a:ext cx="274320" cy="27432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5541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55046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 (dropdown): Sensitivity Drift, Equipment Malfunction, Calibration Error, etc.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5989320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6044184"/>
            <a:ext cx="274320" cy="27432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6044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600760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(text): Describe what happened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653796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654710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AUTOMATIC: A Corrective Action (CA) is automatically created with status "Pending"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Entry: Continuous Input Tips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Retained after save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Factory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Inspector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Sensitivity values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Reset after save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Machine 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Result (→ PASS)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Failure details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Tips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420624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4270248"/>
            <a:ext cx="274320" cy="2743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4270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2245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change Line + Machine ID for each machine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4818888"/>
            <a:ext cx="274320" cy="2743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77316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"Today: N" counter tracks your progress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530352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5367528"/>
            <a:ext cx="274320" cy="2743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5367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3218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success message auto-hides after 3 seconds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585216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" y="5916168"/>
            <a:ext cx="274320" cy="274320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5916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8704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change Factory button when moving to different building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Entry Mode (4 Steps)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you need Product Name or detailed Remarks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12_md_input_detailed_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6692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669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Factory &amp; Line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56692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1E40AF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5669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Inspector Info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56692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1E40AF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5669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Sensitivity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566928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1E40AF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5669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Result &amp; Save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Back/Next buttons to navigate. Green checkmarks show completed steps.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KPI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Year and Week (W1-W52) at top right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04_md_dashboard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41148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4114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8600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Checked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444752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44752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90472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Last Week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06624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6624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52344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This Week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968496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68496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14216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On Time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230368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30368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76088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Fix Rate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92240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37960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Issues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754112" y="557784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54112" y="5577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99832" y="59436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Issue Rate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Factory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this week vs last week by factory</a:t>
            </a:r>
            <a:endParaRPr lang="en-US" sz="1200" dirty="0"/>
          </a:p>
        </p:txBody>
      </p:sp>
      <p:pic>
        <p:nvPicPr>
          <p:cNvPr id="5" name="Image 0" descr="/Users/ksmoon/Coding/training managment system/q-train/scripts/screenshots/05_md_dashboar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41148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4114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6692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56692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566928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5669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replaces the email report sent to management.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Pass Rate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comparison table by factory</a:t>
            </a:r>
            <a:endParaRPr lang="en-US" sz="1300" dirty="0"/>
          </a:p>
        </p:txBody>
      </p:sp>
      <p:pic>
        <p:nvPicPr>
          <p:cNvPr id="5" name="Image 0" descr="/Users/ksmoon/Coding/training managment system/q-train/scripts/screenshots/05_md_dashboar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80160"/>
            <a:ext cx="8595360" cy="36576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1280160"/>
            <a:ext cx="8595360" cy="3657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120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= improved vs last week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decreased vs last week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51206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5166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below: Bar chart (Pass/Fail by factory) + Line chart (12-week trend)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History: Search &amp; Filter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13_md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438912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1005840"/>
            <a:ext cx="8595360" cy="438912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55778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562356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5596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Factory: All / A / B / C / 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55778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562356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1460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834640" y="5596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All / PASS / FAIL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55778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562356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0" y="5596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From / Date To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0" y="55778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5623560"/>
            <a:ext cx="256032" cy="256032"/>
          </a:xfrm>
          <a:prstGeom prst="ellipse">
            <a:avLst/>
          </a:prstGeom>
          <a:solidFill>
            <a:srgbClr val="1E40AF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20" y="5623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0" y="5596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Clear: Reset all filters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6217920"/>
            <a:ext cx="8595360" cy="41148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6236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Click any row to see full details and update CA status.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History: Update Corrective 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→ Waiting for maintenance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86868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→ Being fixed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86868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→ Fixed and verified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6459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History 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1488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Filter: Result = FAIL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6517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Click the FAIL row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6459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Update CA status in modal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14884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1488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fix description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651760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6517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Click Update</a:t>
            </a:r>
            <a:endParaRPr lang="en-US" sz="1200" dirty="0"/>
          </a:p>
        </p:txBody>
      </p:sp>
      <p:pic>
        <p:nvPicPr>
          <p:cNvPr id="24" name="Image 0" descr="/Users/ksmoon/Coding/training managment system/q-train/scripts/screenshots/14_md_history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91840"/>
            <a:ext cx="8595360" cy="27432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25" name="Shape 22"/>
          <p:cNvSpPr/>
          <p:nvPr/>
        </p:nvSpPr>
        <p:spPr>
          <a:xfrm>
            <a:off x="274320" y="3291840"/>
            <a:ext cx="8595360" cy="27432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6217920"/>
            <a:ext cx="859536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6236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 completion feeds the "Maintenance Fix Rate" KPI on Dashboard.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Report: PDF Generation</a:t>
            </a:r>
            <a:endParaRPr lang="en-US" sz="2400" dirty="0"/>
          </a:p>
        </p:txBody>
      </p:sp>
      <p:pic>
        <p:nvPicPr>
          <p:cNvPr id="4" name="Image 0" descr="/Users/ksmoon/Coding/training managment system/q-train/scripts/screenshots/15_md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  <a:effectLst>
            <a:outerShdw sx="100000" sy="100000" kx="0" ky="0" algn="bl" rotWithShape="0" blurRad="762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2860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304288"/>
            <a:ext cx="22860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Year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0" y="22860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69080" y="2304288"/>
            <a:ext cx="22860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Week (W1-W52)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2286000"/>
            <a:ext cx="320040" cy="32004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12280" y="2304288"/>
            <a:ext cx="2286000" cy="320040"/>
          </a:xfrm>
          <a:prstGeom prst="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"Generate PDF"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5852160"/>
            <a:ext cx="411480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5870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MD_Report_2026_W11.pdf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58704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data for selected week, PDF button is disabled.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Workflow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103120" cy="5486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Inspections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Q-TRAIN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Quick Entry mode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 each machine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Check "Today: N" counter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2103120" cy="5486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51460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Failure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FAIL result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Choose Failure 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 description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Save → CA auto-created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2103120" cy="5486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75488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KPI summary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Review factory comparison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Check repeated issues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Generate PDF if needed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1005840"/>
            <a:ext cx="2103120" cy="5486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9516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FIX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99516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History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Find FAIL item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Update CA status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 fix description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Frequently Asked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Do I need Machine ID?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Optional, but needed for repeated issue tracking.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What if I make a mistake?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8775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Find in History, contact admin to correct.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How is repeated issue detected?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8503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8503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Same machine/line FAIL 2 weeks in a row.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9768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976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Who updates CA status?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8231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8231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QIP or maintenance team.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5394960"/>
            <a:ext cx="859536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394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Can I use my phone?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879592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87959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Yes! Works on Chrome mobile. Add to home screen.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-457200"/>
            <a:ext cx="3657600" cy="8229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5029200"/>
            <a:ext cx="3657600" cy="3657600"/>
          </a:xfrm>
          <a:prstGeom prst="ellipse">
            <a:avLst/>
          </a:prstGeom>
          <a:solidFill>
            <a:srgbClr val="1E337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Support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27432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1168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E337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2011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https://q-train-web.web.app/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E337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QIP Department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1E3375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3657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ksmoon@hsvina.com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using Q-TRAIN!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inspection data leads to better quality.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6583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HWK Vietnam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 Manual v2.0 - EN</dc:title>
  <dc:subject>Metal Detector Manual v2.0 (EN)</dc:subject>
  <dc:creator>Q-TRAIN System</dc:creator>
  <cp:lastModifiedBy>Q-TRAIN System</cp:lastModifiedBy>
  <cp:revision>1</cp:revision>
  <dcterms:created xsi:type="dcterms:W3CDTF">2026-03-14T03:50:28Z</dcterms:created>
  <dcterms:modified xsi:type="dcterms:W3CDTF">2026-03-14T03:50:28Z</dcterms:modified>
</cp:coreProperties>
</file>