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Detector Weekly Inspection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Manual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27432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Q-TRAIN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HWK Vietnam - QIP Department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  |  v1.0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System 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3560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Login &amp; Navigation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7393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Quick Entry Mode (NEW!)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1226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Quick Entry - Step by Step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5059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Quick Entry - FAIL Handling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Quick Entry - Continuous Input Tips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12724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Detailed Entry Mode (4-Step Wizard)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6557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Dashboard - KPI Summary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09728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Dashboard - Factory Comparison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43560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Dashboard - Repeated Issues &amp; Pass 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773936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Inspection History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112264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Corrective Action (CA) Tracking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450592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PDF Report Generation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78892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Daily Workflow Summary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12724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FAQ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465576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Contact &amp; Support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Change: Before &amp; After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(Manual Process)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Record inspection results on paper forms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Manually compile data into Excel spreadsheet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Create weekly report email manually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Send email to management every week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Track corrective actions in separate files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 real-time visibility of inspection status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DCFCE7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(Q-TRAIN System)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Enter results directly on phone or PC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Automatic dashboard with real-time KPIs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Weekly report generated automatically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PDF report download with one click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Corrective actions tracked in the system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Real-time factory comparison &amp; trend analysis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23360" y="2743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</a:rPr>
              <a:t>&gt;&gt;&gt;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65760" y="51206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Improvement: From 2+ hours of manual work to 5 minutes of data entry per day!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Access the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1704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Browser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44475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recommended (PC or mobile)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2219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URL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49631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https://q-train-web.web.app/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32735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54787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your company email (@hsvina.com)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43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3251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459943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Menu: Equipment &gt; Metal Detector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120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https://q-train-web.web.app/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5669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 &gt;  Equipment  &gt;  Metal Detector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03504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FEF9C3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6035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Only @hsvina.com, @hwaseung.com, @hwaseungvina.com emails are allowed.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Entry Mode -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fastest way to record daily inspection results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All-in-One Screen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input fields visible on a single screen - no multiple steps needed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Defaults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5361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defaults to PASS, date to today, inspector to logged-in user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Input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6334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saving, factory/date/inspector/sensitivity are preserved for next entry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286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Counter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6334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 N items" counter shows how many inspections you've done today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Layout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31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39319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(A/B/C/D buttons) + Date picker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80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44805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+ Machine ID + Inspector name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029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37360" y="50292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Sensitivity: Fe (mm) + SUS (mm) + Non-Fe (mm)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55778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577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737360" y="55778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(PASS/FAIL buttons) + Save button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217920"/>
            <a:ext cx="8229600" cy="320040"/>
          </a:xfrm>
          <a:prstGeom prst="roundRect">
            <a:avLst>
              <a:gd name="adj" fmla="val 22857"/>
            </a:avLst>
          </a:prstGeom>
          <a:solidFill>
            <a:srgbClr val="FEF9C3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6217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"Quick Entry" tab at the top of the Input Form page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Entry - Step by Step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9728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078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Factory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35331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one of A / B / C / D buttons.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selected button turns blue.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28016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33172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2313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58775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Today's date.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only if entering past data.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251460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E40A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514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56616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3547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Line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8221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the production line (e.g. "A-1", "B-3").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Autocomplete suggests recent lines.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374904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749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70916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480060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800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4782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Machine ID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505663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the equipment ID (e.g. "D210103").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Autocomplete suggests recent IDs.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0" y="498348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E40AF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4983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ID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603504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DCFCE7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035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Line and Machine ID fields show autocomplete suggestions based on previous entries.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Entry - Step by Step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9728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078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Sensitivity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35331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3 values in millimeters: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Fe (Iron)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SUS (Stainless Steel)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Non-Fe (Non-Ferrous)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37160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51460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514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2496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Result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77063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PASS (green) or FAIL (red).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is PASS.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FAIL: additional fields appear.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278892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93192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39136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Save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18795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is enabled when all required fields are filled.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message appears at the top.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420624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206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5394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394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IMPORTANT: If you select FAIL, you MUST fill in the Failure Type and Description before saving.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Entry - FAIL Handling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select FAIL, a red highlighted area appears below the result buttons: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Type (Required)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from dropdown: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Sensitivity Drift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Equipment Malfunction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Calibration Error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Foreign Object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Other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Description (Required)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detailed description of what happened.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754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AUTOMATIC: When a FAIL record is saved, a Corrective Action (CA) is automatically created with status "Pending".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53949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394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saved  →  CA created (Pending)  →  Maintenance team notified  →  Track in History page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Entry - Continuous Input Tips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inspecting multiple machines quickly: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DCFCE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Auto-Preserved After Save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Factory selection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Inspection date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Inspector name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Sensitivity values (Fe, SUS, Non-Fe)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Cleared After Save (Enter New)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Line number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Machine 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Result (resets to PASS)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Remarks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Failure details (if any)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931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"Today N items" badge: Track your progress - see how many inspections done today.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Success toast: Green message confirms save - auto-hides after 3 seconds.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212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Same sensitivity: If machines have similar specs, values carry over - just save.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5669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Factory change: Only change factory button when moving to a different building.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Entry Mode (4-Step Wizard)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suited for FAIL cases that need thorough documentation: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97280" y="118872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08760" y="1344168"/>
            <a:ext cx="1554480" cy="3657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18872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03320" y="1344168"/>
            <a:ext cx="1554480" cy="3657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0" y="118872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97880" y="1344168"/>
            <a:ext cx="1554480" cy="3657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0" y="118872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173736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&amp; 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240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Select Factory (A/B/C/D)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Enter Line number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Enter Machine ID (optional)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0" y="173736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265176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Info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2240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Select inspection date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176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Enter inspector name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5176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Enter product name (optional)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73736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240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Enter Fe sensitivity (mm)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Enter SUS sensitivity (mm)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Enter Non-Fe sensitivity (mm)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0" y="173736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2240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Select PASS or FAIL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4088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If FAIL: select failure type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4088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If FAIL: enter description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4088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Enter remarks (optional)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54864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EF9C3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5486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Back/Next buttons to navigate between steps. Progress indicator shows completed steps with green checkmarks.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- KPI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year and week number to view the weekly report: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32588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Machines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inspections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14600" y="118872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7ED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32588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count from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week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EE2E2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0" y="132588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count for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week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12280" y="118872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EFF6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635240" y="132588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3" name="Text 21"/>
          <p:cNvSpPr/>
          <p:nvPr/>
        </p:nvSpPr>
        <p:spPr>
          <a:xfrm>
            <a:off x="763524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Time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0372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completed count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last week fails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32004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DCFCE7"/>
          </a:solidFill>
          <a:ln/>
        </p:spPr>
      </p:sp>
      <p:sp>
        <p:nvSpPr>
          <p:cNvPr id="27" name="Shape 25"/>
          <p:cNvSpPr/>
          <p:nvPr/>
        </p:nvSpPr>
        <p:spPr>
          <a:xfrm>
            <a:off x="1531620" y="333756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8" name="Text 26"/>
          <p:cNvSpPr/>
          <p:nvPr/>
        </p:nvSpPr>
        <p:spPr>
          <a:xfrm>
            <a:off x="153162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3794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Rate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3434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of last week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that are fixed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0" y="32004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BEB"/>
          </a:solidFill>
          <a:ln/>
        </p:spPr>
      </p:sp>
      <p:sp>
        <p:nvSpPr>
          <p:cNvPr id="32" name="Shape 30"/>
          <p:cNvSpPr/>
          <p:nvPr/>
        </p:nvSpPr>
        <p:spPr>
          <a:xfrm>
            <a:off x="4366260" y="333756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3" name="Text 31"/>
          <p:cNvSpPr/>
          <p:nvPr/>
        </p:nvSpPr>
        <p:spPr>
          <a:xfrm>
            <a:off x="436626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291840" y="3794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91840" y="43434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failed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 consecutive weeks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35040" y="32004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EF9C3"/>
          </a:solidFill>
          <a:ln/>
        </p:spPr>
      </p:sp>
      <p:sp>
        <p:nvSpPr>
          <p:cNvPr id="37" name="Shape 35"/>
          <p:cNvSpPr/>
          <p:nvPr/>
        </p:nvSpPr>
        <p:spPr>
          <a:xfrm>
            <a:off x="7200900" y="333756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8" name="Text 36"/>
          <p:cNvSpPr/>
          <p:nvPr/>
        </p:nvSpPr>
        <p:spPr>
          <a:xfrm>
            <a:off x="720090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126480" y="3794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Rate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0" y="43434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/ Total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inspected machines 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539496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5394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Year and Week (W1-W52) dropdowns at the top right to select the report period.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- Factory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COMPARISON BY FACTORY - Compare this week vs last week: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2011680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Last Week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188720"/>
            <a:ext cx="2011680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This Week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188720"/>
            <a:ext cx="2560320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645920"/>
            <a:ext cx="201168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1645920"/>
            <a:ext cx="201168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1645920"/>
            <a:ext cx="201168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1645920"/>
            <a:ext cx="256032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1737360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103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68880" y="2103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80560" y="2103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210312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0" y="2194560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560320"/>
            <a:ext cx="201168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68880" y="2560320"/>
            <a:ext cx="201168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80560" y="2560320"/>
            <a:ext cx="201168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92240" y="2560320"/>
            <a:ext cx="256032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0" y="2651760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/>
        </p:spPr>
      </p:sp>
      <p:sp>
        <p:nvSpPr>
          <p:cNvPr id="40" name="Text 38"/>
          <p:cNvSpPr/>
          <p:nvPr/>
        </p:nvSpPr>
        <p:spPr>
          <a:xfrm>
            <a:off x="6766560" y="2651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0175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468880" y="30175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6888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480560" y="30175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8056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92240" y="301752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66560" y="3108960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</p:sp>
      <p:sp>
        <p:nvSpPr>
          <p:cNvPr id="49" name="Text 47"/>
          <p:cNvSpPr/>
          <p:nvPr/>
        </p:nvSpPr>
        <p:spPr>
          <a:xfrm>
            <a:off x="676656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36576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/>
        </p:spPr>
      </p:sp>
      <p:sp>
        <p:nvSpPr>
          <p:cNvPr id="51" name="Text 49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the table: Bar chart (Pass/Fail by factory) and Line chart (12-week pass rate trend).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4297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42976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Chart: Pass/Fail by Factory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0" y="429768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0" y="42976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Chart: 12-Week Pass Rate Trend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- Repeated Issues &amp; Pass Rate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Issue Machine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machines that FAILED in both this week AND last week: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46304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1371600"/>
            <a:ext cx="137160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1371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82296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371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0" y="1371600"/>
            <a:ext cx="274320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Issue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0" y="1371600"/>
            <a:ext cx="146304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691640"/>
            <a:ext cx="1463040" cy="32004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691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D210103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20240" y="1691640"/>
            <a:ext cx="1371600" cy="32004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1691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1691640"/>
            <a:ext cx="822960" cy="32004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6916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0" y="1691640"/>
            <a:ext cx="2743200" cy="32004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to detect metal test piece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0" y="1691640"/>
            <a:ext cx="1463040" cy="32004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95160" y="173736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1737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 Comparison (2 Weeks)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2697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pass rate between last week and this week by factory: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188720" y="3017520"/>
            <a:ext cx="228600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1" name="Text 29"/>
          <p:cNvSpPr/>
          <p:nvPr/>
        </p:nvSpPr>
        <p:spPr>
          <a:xfrm>
            <a:off x="118872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0" y="3017520"/>
            <a:ext cx="228600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 (Wn)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60720" y="3017520"/>
            <a:ext cx="228600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(Wn+1)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88720" y="3337560"/>
            <a:ext cx="228600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0" y="3337560"/>
            <a:ext cx="228600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760720" y="3337560"/>
            <a:ext cx="228600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188720" y="365760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8872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B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74720" y="365760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760720" y="365760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188720" y="3977640"/>
            <a:ext cx="228600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88720" y="3977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74720" y="3977640"/>
            <a:ext cx="228600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0" y="3977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760720" y="3977640"/>
            <a:ext cx="228600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0" y="3977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188720" y="429768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88720" y="4297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474720" y="429768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0" y="4297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760720" y="429768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60720" y="4297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188720" y="4617720"/>
            <a:ext cx="228600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88720" y="4617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474720" y="4617720"/>
            <a:ext cx="228600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74720" y="4617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760720" y="4617720"/>
            <a:ext cx="228600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60720" y="4617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57200" y="5029200"/>
            <a:ext cx="8229600" cy="320040"/>
          </a:xfrm>
          <a:prstGeom prst="roundRect">
            <a:avLst>
              <a:gd name="adj" fmla="val 22857"/>
            </a:avLst>
          </a:prstGeom>
          <a:solidFill>
            <a:srgbClr val="FEF9C3"/>
          </a:solidFill>
          <a:ln/>
        </p:spPr>
      </p:sp>
      <p:sp>
        <p:nvSpPr>
          <p:cNvPr id="67" name="Text 65"/>
          <p:cNvSpPr/>
          <p:nvPr/>
        </p:nvSpPr>
        <p:spPr>
          <a:xfrm>
            <a:off x="548640" y="5029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= improved vs last week, Red = decreased vs last week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History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and search all past inspection records: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/ A / B / C / 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48840" y="141732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1417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48840" y="1691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/ PASS / FAIL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0" y="141732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417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From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1691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date filter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32120" y="141732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1417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32120" y="1691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date filter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223760" y="141732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1417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23760" y="1691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all filters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286000"/>
            <a:ext cx="91440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234440" y="2286000"/>
            <a:ext cx="82296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1234440" y="22860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57400" y="2286000"/>
            <a:ext cx="64008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7" name="Text 25"/>
          <p:cNvSpPr/>
          <p:nvPr/>
        </p:nvSpPr>
        <p:spPr>
          <a:xfrm>
            <a:off x="2057400" y="22860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697480" y="2286000"/>
            <a:ext cx="10058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9" name="Text 27"/>
          <p:cNvSpPr/>
          <p:nvPr/>
        </p:nvSpPr>
        <p:spPr>
          <a:xfrm>
            <a:off x="2697480" y="22860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ID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03320" y="2286000"/>
            <a:ext cx="73152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1" name="Text 29"/>
          <p:cNvSpPr/>
          <p:nvPr/>
        </p:nvSpPr>
        <p:spPr>
          <a:xfrm>
            <a:off x="3703320" y="22860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434840" y="2286000"/>
            <a:ext cx="64008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3" name="Text 31"/>
          <p:cNvSpPr/>
          <p:nvPr/>
        </p:nvSpPr>
        <p:spPr>
          <a:xfrm>
            <a:off x="4434840" y="22860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74920" y="2286000"/>
            <a:ext cx="64008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5" name="Text 33"/>
          <p:cNvSpPr/>
          <p:nvPr/>
        </p:nvSpPr>
        <p:spPr>
          <a:xfrm>
            <a:off x="5074920" y="22860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15000" y="2286000"/>
            <a:ext cx="73152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7" name="Text 35"/>
          <p:cNvSpPr/>
          <p:nvPr/>
        </p:nvSpPr>
        <p:spPr>
          <a:xfrm>
            <a:off x="5715000" y="22860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46520" y="2286000"/>
            <a:ext cx="10058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22860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" y="2606040"/>
            <a:ext cx="9144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2606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2026-03-10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234440" y="2606040"/>
            <a:ext cx="8229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34440" y="2606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057400" y="2606040"/>
            <a:ext cx="64008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57400" y="2606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697480" y="2606040"/>
            <a:ext cx="10058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97480" y="2606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D210103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703320" y="2606040"/>
            <a:ext cx="7315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03320" y="26060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434840" y="2606040"/>
            <a:ext cx="64008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34840" y="2606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074920" y="2606040"/>
            <a:ext cx="64008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74920" y="2606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715000" y="2606040"/>
            <a:ext cx="7315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15000" y="26060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446520" y="2606040"/>
            <a:ext cx="10058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46520" y="2606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Nguyen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20040" y="2926080"/>
            <a:ext cx="914400" cy="32004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2026-03-10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234440" y="2926080"/>
            <a:ext cx="822960" cy="32004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234440" y="29260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057400" y="2926080"/>
            <a:ext cx="640080" cy="32004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057400" y="2926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A-2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697480" y="2926080"/>
            <a:ext cx="1005840" cy="32004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697480" y="2926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D210104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703320" y="2926080"/>
            <a:ext cx="731520" cy="32004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03320" y="2926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434840" y="2926080"/>
            <a:ext cx="640080" cy="32004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34840" y="2926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074920" y="2926080"/>
            <a:ext cx="640080" cy="32004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74920" y="2926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715000" y="2926080"/>
            <a:ext cx="731520" cy="32004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15000" y="2926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446520" y="2926080"/>
            <a:ext cx="1005840" cy="32004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46520" y="2926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Nguyen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20040" y="3246120"/>
            <a:ext cx="9144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0040" y="3246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2026-03-10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234440" y="3246120"/>
            <a:ext cx="8229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234440" y="32461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057400" y="3246120"/>
            <a:ext cx="64008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057400" y="32461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B-1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2697480" y="3246120"/>
            <a:ext cx="10058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697480" y="32461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D220201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703320" y="3246120"/>
            <a:ext cx="7315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703320" y="3246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434840" y="3246120"/>
            <a:ext cx="64008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434840" y="32461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5074920" y="3246120"/>
            <a:ext cx="64008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074920" y="32461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5715000" y="3246120"/>
            <a:ext cx="7315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715000" y="3246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6446520" y="3246120"/>
            <a:ext cx="10058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446520" y="32461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57200" y="36576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/>
        </p:spPr>
      </p:sp>
      <p:sp>
        <p:nvSpPr>
          <p:cNvPr id="95" name="Text 93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row to open a detail modal with full information and CA tracking (for FAIL items).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Menu: Equipment &gt; Metal Detector &gt; History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1828800" y="466344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828800" y="4663440"/>
            <a:ext cx="548640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9" name="Text 97"/>
          <p:cNvSpPr/>
          <p:nvPr/>
        </p:nvSpPr>
        <p:spPr>
          <a:xfrm>
            <a:off x="182880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Detail Modal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2011680" y="50292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2026-03-10  |  Factory A  |  Line A-2  |  FAIL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Fe: 1.3mm  |  SUS: 1.4mm  |  Non-Fe: 2.1mm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Status: Pending  →  [Update Status]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Corrective Action (CA) Tracking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and update the fix status for each failed inspection: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History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353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Equipment &gt; Metal Detector &gt; History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55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FAIL Item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Result = FAIL, click on a row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14016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140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2395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CA Status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670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detail modal, see the current CA status badge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72384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723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30540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Status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3284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new status from dropdown: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Pending → In Progress → Completed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30752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30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37124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Description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39867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what was done to fix the issue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4370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4645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"Update" button to save the CA change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0" y="1097280"/>
            <a:ext cx="3200400" cy="3200400"/>
          </a:xfrm>
          <a:prstGeom prst="roundRect">
            <a:avLst>
              <a:gd name="adj" fmla="val 2286"/>
            </a:avLst>
          </a:prstGeom>
          <a:solidFill>
            <a:srgbClr val="F3F4F6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0" y="1188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Status Flow: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0" y="155448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EAB308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1554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- awaiting maintenance action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943600" y="224028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0" y="2240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is working on the fix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943600" y="292608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0" y="2926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fixed and verified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943600" y="361188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0" y="3611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4360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fixed within expected timeframe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852160" y="41148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 →  In Progress  →  Completed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53035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5303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completion is automatically reflected in the Dashboard's "Maintenance Fix Rate" KPI.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Report Generation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and download a PDF report for any week: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EFF6F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14300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12471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Report Page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39903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Menu: Equipment &gt; Metal Detector &gt; Report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05740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03911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Period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31343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Year and Week number (W1-W52)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EFF6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297180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295351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22783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summary cards: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Total Inspections, Pass Rate, Pass Count, Fail Count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388620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386791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Breakdown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14223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pass rate for each factory (A/B/C/D)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75488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EFF6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480060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800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478231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PDF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505663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"Generate PDF" button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downloads: MD_Report_2026_W11.pdf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5760720"/>
            <a:ext cx="4114800" cy="36576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760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name format: MD_Report_{Year}_W{Week}.pdf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5760720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FEF9C3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5760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data exists for the selected week, a "No data" message is shown and the PDF button is disabled.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Workflow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0" y="914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Inspections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Open Q-TRAIN on your phone or PC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Go to Equipment &gt; Metal Detector &gt; Input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9751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 Quick Entry mode for fast input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3225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Enter each machine: Line, Machine ID, Sensitivity, Result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6700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Click Save after each machine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Check "Today N items" counter to confirm all done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822960"/>
            <a:ext cx="4206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91440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914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FAIL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63640" y="914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Failures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Select FAIL result for the machine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16276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Choose Failure Type from dropdown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9751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Enter detailed description of the issue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23225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Save — CA is automatically created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6700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Notify maintenance team about the failure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749040"/>
            <a:ext cx="4206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8404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Dashboard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4206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Check Dashboard for weekly KPI summary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5537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Review Factory Comparison for trends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49011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Check Repeated Issues list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52486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Generate PDF report if needed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3749040"/>
            <a:ext cx="4206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8404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FIX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6364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CA Status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4206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Go to History page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5537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Find the FAIL item (filter by Result = FAIL)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49011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Click the row to open detail modal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52486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Update CA status: Pending → In Progress → Completed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5596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Add description of fix actions taken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Frequently Asked Questions (FAQ)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Is Machine ID required?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No, Machine ID is optional. However, it is strongly recommended for tracking repeated issues. Without it, the system uses Factory + Line combination.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Can I inspect the same machine twice?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Yes, you can create multiple inspection records for the same machine on the same day. Each record is saved independently.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Can I change a FAIL to PASS after saving?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The result cannot be changed after saving. If you made an error, create a new correct record and contact the admin to handle the incorrect entry.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How are repeated issues detected?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The system compares FAIL records by Machine ID (or Factory+Line) across two consecutive weeks. If the same machine fails in both weeks, it is flagged as "Repeated".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What if I enter data for the wrong date?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892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You can change the inspection date in the date picker. The system will assign the correct ISO week number automatically.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5577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Can I use this on my mobile phone?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8521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Yes! Q-TRAIN is a responsive web application. Open the URL in Chrome on your phone and it works like an app. You can add it to your home screen.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&amp; Support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Information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URL: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https://q-train-web.web.app/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&gt; Metal Detector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2743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Korean, English, Vietnamese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email (@hsvina.com) required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Contacts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Admin: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QIP Department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Support: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2377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ksmoon@hsvina.com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Team: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2926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hwk_qa@hsvina.com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using Q-TRAIN!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inspection data leads to better quality products.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HWK Vietnam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Metal Detector Weekly Inspection - User Manual</dc:subject>
  <dc:creator>Q-TRAIN System</dc:creator>
  <cp:lastModifiedBy>Q-TRAIN System</cp:lastModifiedBy>
  <cp:revision>1</cp:revision>
  <dcterms:created xsi:type="dcterms:W3CDTF">2026-03-14T03:19:10Z</dcterms:created>
  <dcterms:modified xsi:type="dcterms:W3CDTF">2026-03-14T03:19:10Z</dcterms:modified>
</cp:coreProperties>
</file>