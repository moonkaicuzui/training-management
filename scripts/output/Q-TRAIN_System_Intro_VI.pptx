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Đào tạo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nhân viên và Quản lý chất lượng tại một nơi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 Vietnam QIP  |  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Hệ thống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 là gì?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đích: Hệ thống web giúp quản lý đào tạo nhân viên và kiểm tra chất lượng dễ dàng.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sử dụng: Quản lý QIP, giảng viên và công nhân nhà máy đều sử dụng.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chính: Quản lý chương trình đào tạo, kết quả thi, kiểm tra chất lượng và chứng chỉ tại một nơi.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 cập mọi nơi: Bạn có thể sử dụng trên máy tính hoặc điện thoại từ bất kỳ đâu.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ngôn ngữ: Hỗ trợ tiếng Hàn, tiếng Anh và tiếng Việt.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khiển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tất cả thông tin quan trọng trên màn hình chính.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KPI: Xem ngay các số liệu như tổng số nhân viên, tỷ lệ hoàn thành đào tạo, số lượng đào tạo trong tháng.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đồ: Dễ dàng kiểm tra tình hình đào tạo hàng tháng và tiến độ từng bộ phận bằng đồ thị.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báo: Không bỏ lỡ các thông báo quan trọng như chứng chỉ sắp hết hạn hoặc cần đào tạo lại.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tất cả: Quản lý, giảng viên và nhân viên đều xem được thông tin phù hợp với mình.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Chương trình Đào tạo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67 chương trình đào tạo một cách có hệ thống.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danh mục: QIP, PRODUCTION, RETRAINING, NEWCOMER, PROMOTION, INSPECTION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phận QIP lập kế hoạch và quản lý toàn bộ đào tạo.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chương trình có điểm đạt, thời hạn hiệu lực và vị trí mục tiêu.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có thể thêm chương trình mới hoặc sửa chương trình hiện có.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Tên chương trình được lưu bằng tiếng Hàn, tiếng Anh và tiếng Việt.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Tiến độ Đào tạo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ai đã hoàn thành đào tạo nào trong nháy mắt.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Nhân viên × Chương trình: Kiểm tra trạng thái đào tạo của từng nhân viên trong bảng.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theo bộ phận hoặc chức vụ.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nhanh các mục chưa hoàn thành.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sắc cho biết trạng thái: Xanh (đạt), Đỏ (không đạt), Xám (chưa học).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Kết quả Đào tạo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đào tạo, giảng viên nhập kết quả.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nhập điểm của từng nhân viên sau khi đào tạo.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được tính tự động: AA (100 điểm), A (90-99), B (80-89), C (dưới 79 = không đạt).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không đạt (hạng C), tự động được thêm vào danh sách đào tạo lại.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đã nhập không thể xóa (lưu giữ hồ sơ).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sửa, phải ghi lý do thay đổi.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Kiểm tra Chất lượng AQL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kết nối với kết quả kiểm tra chất lượng bên ngoài.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kiểm tra AQL được thu thập tự động từ hệ thống bên ngoài.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tỷ lệ không đạt của kiểm tra viên cao, đào tạo được đề xuất tự động.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tiên: Nghiêm trọng (trên 50%), Cao (trên 30%), Trung bình (trên 10%).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có thể phân tích điểm kiểm tra viên và theo dõi xu hướng.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Q-TRAIN và kiểm tra viên AQL được ghép nối tự động.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Kiểm tra 5PRS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dữ liệu kiểm tra TQC và đề xuất đào tạo.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kiểm tra 5PRS được thu thập tự động hàng tháng.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đề xuất đào tạo cần thiết dựa trên loại lỗi.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tình trạng lỗi theo tòa nhà và dây chuyền bằng bản đồ nhiệt.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AI: AI phân tích kết quả kiểm tra và đưa ra bản tóm tắt.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được đề xuất có thể đăng ký ngay lập tức.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Kiểm tra (INS-001)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khả năng đánh giá chất lượng của kiểm tra viên.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kiểm tra 20 cặp: Xem 20 mẫu và đánh giá đạt hoặc không đạt.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đánh giá của học viên với kiểm tra viên để tính tỷ lệ khớp.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hạng: AA (100%), A (95% trở lên), B (85% trở lên), C (dưới 85%).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3 lần: 3 lần không đạt liên tiếp sẽ được chuyển sang công việc khác.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tỷ lệ khớp 80% trở lên để đạt.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Hành động Khắc phục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phát hiện vấn đề, giải quyết theo 5 bước.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1 - Phát hiện: Tìm và ghi nhận vấn đề.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2 - Điều tra: Tìm nguyên nhân tại sao vấn đề xảy ra.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3 - Hành động: Thực hiện cách khắc phục vấn đề.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4 - Xác minh: Đảm bảo vấn đề thực sự đã được giải quyết.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5 - Kết thúc: Khi mọi thứ được xác nhận, đóng hồ sơ.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577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mức độ nghiêm trọng (nghiêm trọng/quan trọng/nhẹ) và ưu tiên (cao/trung bình/thấp).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TQC Nhân viên mới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khóa đào tạo 1 tháng cho nhân viên mới.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mù màu: Kiểm tra xem người đó có phân biệt được màu sắc không.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giai đoạn đào tạo: Định hướng → Đào tạo cơ bản → Phân công dây chuyền → Đánh giá thực tế.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cuộc họp: Cuộc họp lúc 1 tuần, 1 tháng và 3 tháng được tự động lên lịch.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tiến trình đào tạo trên dòng thời gian.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Chứng chỉ được cấp khi hoàn thành đào tạo.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Máy dò Kim loại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hàng ngày để đảm bảo máy dò kim loại hoạt động tốt.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kết quả kiểm tra hàng ngày cho từng nhà máy và dây chuyền.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độ nhạy (sắt, thép không gỉ, kim loại màu).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kiểm tra không đạt, bắt đầu hành động khắc phục ngay.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tuần ISO được tính tự động.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xu hướng 12 tuần trên biểu đồ.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Dự án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nhiệm vụ và dự án của bộ phận QIP.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nhiệm vụ: Quản lý trạng thái cần làm, đang làm và hoàn thành.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Nhắn tin thời gian thực: Thành viên nhóm có thể trò chuyện trong dự án.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tự động: Trạng thái tự động thay đổi khi đáp ứng điều kiện nhất định.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Lịch: Xem lịch trình dự án trên lịch.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thành viên: Thêm thành viên nhóm và phân công vai trò.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Sự cố Hệ thống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cho chúng tôi biết nếu có vấn đề hoặc cần cải thiện.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lỗi: Hãy cho biết nếu hệ thống hoạt động không đúng.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cải thiện: Đề xuất "sẽ tốt hơn nếu có tính năng này."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tính năng mới: Yêu cầu tính năng hoàn toàn mới nếu cần.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 sẽ xem xét yêu cầu và cập nhật trạng thái.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sự cố đều được lưu làm hồ sơ.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Luồng công việc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các module kết nối với nhau như thế nào.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AQL/5PRS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Đào tạo tự động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Đào tạo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&amp; Thực hiện Đào tạo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Đào tạo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89120" y="338328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Đạt/Không đạt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đạt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89120" y="402336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Đăng ký Đào tạo lại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Chất lượng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0" y="466344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663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Hành động Khắc phục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30352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Hoàn thành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5303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389120" y="530352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5303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Hiệu quả Đào tạo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71600" y="6309360"/>
            <a:ext cx="6400800" cy="548640"/>
          </a:xfrm>
          <a:prstGeom prst="rect">
            <a:avLst>
              <a:gd name="adj" fmla="val 16667"/>
            </a:avLst>
          </a:prstGeom>
          <a:solidFill>
            <a:srgbClr val="1E40AF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6309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Chất lượng → Đào tạo → Kiểm tra lại → Chu trình Cải thiện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Truy cập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cách truy cập Q-TRAIN.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https://q-train-web.web.app/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địa chỉ trên vào trình duyệt web (khuyến nghị Chrome).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bằng email công ty (@hwaseung.com, @hwaseungvina.com, @hsvina.com).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đăng nhập tài khoản Google hoặc đăng nhập email/mật khẩu.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bạn cần quyền truy cập, hãy liên hệ bộ phận QIP.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577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cũng có thể sử dụng trên điện thoại (hỗ trợ PWA).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Phản hồi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 của bạn giúp hệ thống tốt hơn!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Hãy cho chúng tôi biết nếu có gì khó sử dụng hoặc khó hiểu.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Chia sẻ ý tưởng: "Sẽ tuyệt vời nếu chúng ta có tính năng này."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Sử dụng tính năng "Báo cáo Sự cố" trong hệ thống.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Bạn cũng có thể nói trực tiếp với bộ phận QIP.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bạn!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phận QIP | ksmoon@hsvina.com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HWK Vietnam QIP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Q-TRAIN System Introduction</dc:subject>
  <dc:creator>Q-TRAIN System</dc:creator>
  <cp:lastModifiedBy>Q-TRAIN System</cp:lastModifiedBy>
  <cp:revision>1</cp:revision>
  <dcterms:created xsi:type="dcterms:W3CDTF">2026-03-09T11:34:16Z</dcterms:created>
  <dcterms:modified xsi:type="dcterms:W3CDTF">2026-03-09T11:34:16Z</dcterms:modified>
</cp:coreProperties>
</file>