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관리 시스템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 교육과 품질 관리를 한곳에서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 Vietnam QIP  |  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개요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Q-TRAIN은 무엇인가요?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목적: 직원 교육과 품질 검사를 쉽게 관리하는 웹 시스템이에요.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쓰나요: QIP 관리자, 교육 강사, 공장 직원 모두 사용해요.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기능: 교육 프로그램, 시험 결과, 품질 검사, 자격 인증을 한곳에서 관리해요.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어디서나: 컴퓨터나 핸드폰으로 어디서든 접속할 수 있어요.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언어: 한국어, 영어, 베트남어를 지원해요.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화면에서 모든 정보를 한눈에 볼 수 있어요.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카드: 총 직원 수, 교육 완료율, 이번 달 교육 수 같은 숫자를 바로 볼 수 있어요.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차트: 월별 교육 현황, 부서별 진행률을 그래프로 쉽게 확인해요.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알림: 곧 만료되는 자격, 재교육 대상자 등 중요한 알림을 놓치지 않아요.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사용자가 사용: 관리자, 강사, 직원 모두 자기에게 맞는 정보를 볼 수 있어요.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프로그램 관리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67개 교육 프로그램을 체계적으로 관리해요.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카테고리: QIP, PRODUCTION, RETRAINING, NEWCOMER, PROMOTION, INSPECTION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부서에서 교육 계획을 세우고 관리해요.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프로그램마다 합격 점수, 유효 기간, 대상 직급을 설정해요.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프로그램을 추가하거나 기존 프로그램을 수정할 수 있어요.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한국어, 영어, 베트남어로 프로그램 이름이 저장되어 있어요.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진행 매트릭스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어떤 교육을 받았는지 한눈에 확인해요.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 × 프로그램 매트릭스: 표에서 각 직원의 교육 이수 상태를 확인해요.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부서별, 직급별로 필터링해서 볼 수 있어요.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교육을 안 받은 항목을 바로 찾을 수 있어요.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색깔로 상태를 구분해요: 초록(합격), 빨강(불합격), 회색(미이수).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결과 입력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교육이 끝나면 강사가 결과를 입력해요.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강사가 교육 후에 각 직원의 점수를 입력해요.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등급이 자동으로 계산돼요: AA(100점), A(90~99점), B(80~89점), C(79점 이하=불합격)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불합격(C등급)이면 재교육 목록에 자동으로 올라가요.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한번 입력한 결과는 삭제할 수 없어요 (기록 보존).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수정할 때는 수정 이유를 남겨야 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 품질 검사 연동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품질 검사 결과와 자동으로 연결돼요.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 검사 데이터를 외부 시스템에서 자동으로 가져와요.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검사관의 불합격률이 높으면 교육을 자동으로 추천해요.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우선순위: 심각(50% 이상), 높음(30% 이상), 보통(10% 이상)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검사관 성적을 분석하고 추이를 확인할 수 있어요.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 직원과 AQL 검사관을 자동으로 매칭해요.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5PRS 검사 연동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TQC 검사 데이터를 분석하고 교육을 추천해요.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5PRS 검사 데이터를 매달 자동으로 수집해요.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유형별로 어떤 교육이 필요한지 추천해요.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건물별, 라인별 불량 현황을 히트맵으로 보여줘요.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브리핑: 인공지능이 검사 결과를 분석해서 요약해줘요.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추천된 교육은 바로 등록할 수 있어요.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교육 (INS-001)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검사원의 판정 능력을 테스트해요.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20쌍 판정 테스트: 20개 샘플을 보고 합격/불합격을 판정해요.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검사관의 판정과 교육생의 판정을 비교해서 매칭률을 계산해요.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등급: AA(100%), A(95% 이상), B(85% 이상), C(85% 미만)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3진 아웃 규칙: 3번 연속 불합격하면 다른 업무로 재배치해요.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 매칭해야 합격이에요.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시정조치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문제가 발견되면 5단계로 해결해요.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- 발견: 문제를 발견하고 기록해요.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- 조사: 왜 문제가 생겼는지 원인을 찾아요.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- 조치: 문제를 고치기 위한 방법을 실행해요.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- 검증: 문제가 정말 해결됐는지 확인해요.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- 종결: 모든 것이 확인되면 종결해요.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77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심각도(심각/중요/경미)와 우선순위(높음/중간/낮음)를 관리해요.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신입 TQC 교육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 들어온 직원의 1개월 교육 과정을 관리해요.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색맹 검사: 색을 잘 구분하는지 먼저 검사해요.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교육: 오리엔테이션 → 기본 교육 → 라인 배치 → 현장 평가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미팅 추적: 1주, 1개월, 3개월 미팅을 자동으로 잡아줘요.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진행 상황을 타임라인으로 볼 수 있어요.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교육을 마치면 수료증을 발급해요.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금속 탐지기 검사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금속 탐지기가 잘 작동하는지 점검해요.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공장별, 라인별로 매일 점검 결과를 기록해요.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감도(철, 스테인리스, 비철)를 확인해요.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실패 시 바로 시정조치를 시작해요.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주차를 자동으로 계산해줘요.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 추이를 차트로 확인할 수 있어요.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관리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부서의 과제와 프로젝트를 관리해요.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추적: 할 일, 진행 중, 완료 상태를 관리해요.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메시지: 팀원끼리 프로젝트 안에서 대화할 수 있어요.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규칙: 특정 조건이 되면 자동으로 상태가 바뀌어요.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캘린더: 프로젝트 일정을 달력에서 볼 수 있어요.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멤버 관리: 팀원을 추가하고 역할을 지정해요.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이슈 등록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시스템에 문제가 있거나 개선할 점이 있으면 알려주세요.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 신고: 시스템이 이상하게 작동하면 알려주세요.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요청: "이런 기능이 있으면 좋겠어요"라고 제안해주세요.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 요청: 완전히 새로운 기능이 필요하면 요청해주세요.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관리자가 요청을 검토하고 처리 상태를 알려줘요.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이슈는 기록으로 남아요.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 연계도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모듈이 서로 어떻게 연결되어 있는지 보여줘요.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AQL/5PRS 검사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자동 추천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추천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등록 &amp; 실시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결과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89120" y="338328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합격/불합격 판정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불합격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재교육 자동 등록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문제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466344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663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시정조치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30352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완료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5303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389120" y="530352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5303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효과 검증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71600" y="6309360"/>
            <a:ext cx="6400800" cy="548640"/>
          </a:xfrm>
          <a:prstGeom prst="rect">
            <a:avLst>
              <a:gd name="adj" fmla="val 16667"/>
            </a:avLst>
          </a:prstGeom>
          <a:solidFill>
            <a:srgbClr val="1E40AF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6309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검사 → 교육 → 재검사 → 개선의 선순환 구조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 방법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Q-TRAIN에 접속하는 방법을 안내해요.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https://q-train-web.web.app/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브라우저(Chrome 권장)에서 위 주소를 입력하세요.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이메일(@hwaseung.com, @hwaseungvina.com, @hsvina.com)로 로그인하세요.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 로그인 또는 이메일/비밀번호 로그인을 사용하세요.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 권한이 필요하면 QIP 부서에 요청해주세요.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77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핸드폰에서도 접속할 수 있어요 (PWA 지원).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요청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여러분의 의견이 시스템을 더 좋게 만들어요!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시스템을 사용하면서 불편한 점이 있으면 알려주세요.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"이런 기능이 있으면 좋겠다"는 아이디어를 공유해주세요.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시스템 내 "이슈 등록" 기능을 이용해주세요.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QIP 부서에 직접 말씀해주셔도 돼요.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감사합니다!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부서 | ksmoon@hsvina.com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HWK Vietnam QIP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Q-TRAIN System Introduction</dc:subject>
  <dc:creator>Q-TRAIN System</dc:creator>
  <cp:lastModifiedBy>Q-TRAIN System</cp:lastModifiedBy>
  <cp:revision>1</cp:revision>
  <dcterms:created xsi:type="dcterms:W3CDTF">2026-03-09T11:34:16Z</dcterms:created>
  <dcterms:modified xsi:type="dcterms:W3CDTF">2026-03-09T11:34:16Z</dcterms:modified>
</cp:coreProperties>
</file>