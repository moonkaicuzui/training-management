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Q-TRAIN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Management System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38404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Training &amp; Quality Management in One Place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6446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HWK Vietnam QIP  |  2026.03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Q-TRAIN?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A web system that makes it easy to manage employee training and quality checks.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uses it: QIP managers, trainers, and factory workers all use 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features: Training programs, test results, quality checks, and certifications in one place.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anywhere: You can use it on your computer or phone from anywhere.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languages: Supports Korean, English, and Vietnamese.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 / 17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all important information at a glance on the main screen.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cards: See numbers like total employees, training completion rate, and monthly trainings right away.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Charts: Easily check monthly training status and department progress with graphs.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Alerts: Never miss important alerts like expiring certifications or retraining needs.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everyone: Managers, trainers, and employees all see information that matters to them.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3 / 17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Program Management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67 training programs in an organized way.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categories: QIP, PRODUCTION, RETRAINING, NEWCOMER, PROMOTION, INSPECTION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QIP department plans and manages all training.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program has a passing score, valid period, and target positions.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add new programs or change existing ones.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names are saved in Korean, English, and Vietnamese.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4 / 17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Progress Matrix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who completed which training at a glance.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x Program matrix: Check each employee's training status in a table.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department or position.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Quickly find items that are not yet completed.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Colors show status: Green (pass), Red (fail), Gray (not done).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5 / 17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Results Entry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training, the trainer enters the results.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Trainers enter each employee's score after training.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Grades are calculated automatically: AA (100), A (90-99), B (80-89), C (below 79 = fail).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someone fails (grade C), they are automatically added to the retraining list.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cannot be deleted once entered (records are kept safe).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editing, you must write a reason for the change.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6 / 17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AQL Quality Inspection Link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connected to external quality inspection results.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AQL inspection data is automatically collected from an external system.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an inspector's fail rate is high, training is automatically recommended.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Priority: Critical (over 50%), High (over 30%), Medium (over 10%).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analyze inspector scores and track trends.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Q-TRAIN employees and AQL inspectors are automatically matched.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7 / 17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5PRS Inspection Link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TQC inspection data and recommend training.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5PRS inspection data is collected automatically every month.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recommends which training is needed based on defect types.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defect status by building and line using a heatmap.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Briefing: AI analyzes inspection results and gives you a summary.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training can be registered right away.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8 / 17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Training (INS-001)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how well inspectors can judge quality.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20-pair test: Look at 20 samples and judge if they pass or fail.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trainee's judgment with the inspector's to calculate a match rate.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Grades: AA (100%), A (95%+), B (85%+), C (below 85%).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3-strike rule: 3 fails in a row means reassignment to a different job.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80% or higher match rate to pass.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9 / 17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Corrective Action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problem is found, solve it in 5 steps.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1 - Discovery: Find and record the problem.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2 - Investigation: Find out why the problem happened.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3 - Action: Do something to fix the problem.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4 - Verification: Make sure the problem is really fixed.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5 - Closure: When everything is confirmed, close the case.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71500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557784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severity (critical/major/minor) and priority (high/medium/low).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10 / 17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Employee TQC Training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the 1-month training course for new employees.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blind test: First check if the person can tell colors apart.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4-stage training: Orientation → Basic Training → Line Assignment → Field Evaluation.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tracking: Meetings at 1 week, 1 month, and 3 months are set up automatically.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training progress on a timeline.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certificate is issued when training is completed.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11 / 17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Detector Inspection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every day that metal detectors are working properly.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daily inspection results for each factory and line.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sensitivity (iron, stainless steel, non-ferrous).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inspection fails, start corrective action right away.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week numbers are calculated automatically.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12-week trends in a chart.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12 / 17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QIP department tasks and projects.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tracking: Manage to-do, in progress, and done status.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messaging: Team members can chat inside the project.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rules: Status changes automatically when certain conditions are met.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Calendar: See project schedules on a calendar.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management: Add team members and assign roles.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13 / 17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Issue Reporting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us know if there are problems or things to improve.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report: Tell us if the system is not working right.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request: Suggest "it would be nice if this feature existed."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feature request: Ask for a completely new feature if needed.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admin will review your request and update the status.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issues are kept as records.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14 / 17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Connections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how each module is connected to each other.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2743200" cy="457200"/>
          </a:xfrm>
          <a:prstGeom prst="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AQL/5PRS Inspection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21031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89120" y="2103120"/>
            <a:ext cx="3840480" cy="457200"/>
          </a:xfrm>
          <a:prstGeom prst="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2103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Training Recommendation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743200"/>
            <a:ext cx="2743200" cy="457200"/>
          </a:xfrm>
          <a:prstGeom prst="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Recommendation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743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389120" y="2743200"/>
            <a:ext cx="3840480" cy="457200"/>
          </a:xfrm>
          <a:prstGeom prst="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2743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Registration &amp; Delivery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383280"/>
            <a:ext cx="2743200" cy="457200"/>
          </a:xfrm>
          <a:prstGeom prst="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Results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66160" y="3383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389120" y="3383280"/>
            <a:ext cx="3840480" cy="457200"/>
          </a:xfrm>
          <a:prstGeom prst="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3383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Pass/Fail Decision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023360"/>
            <a:ext cx="2743200" cy="457200"/>
          </a:xfrm>
          <a:prstGeom prst="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66160" y="4023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389120" y="4023360"/>
            <a:ext cx="3840480" cy="457200"/>
          </a:xfrm>
          <a:prstGeom prst="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4023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Retraining Registration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663440"/>
            <a:ext cx="2743200" cy="457200"/>
          </a:xfrm>
          <a:prstGeom prst="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663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Issue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66160" y="4663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389120" y="4663440"/>
            <a:ext cx="3840480" cy="457200"/>
          </a:xfrm>
          <a:prstGeom prst="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0" y="4663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Corrective Action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520" y="5303520"/>
            <a:ext cx="2743200" cy="457200"/>
          </a:xfrm>
          <a:prstGeom prst="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303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Complete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566160" y="53035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4389120" y="5303520"/>
            <a:ext cx="3840480" cy="457200"/>
          </a:xfrm>
          <a:prstGeom prst="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0" y="5303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Effectiveness Check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371600" y="6309360"/>
            <a:ext cx="6400800" cy="548640"/>
          </a:xfrm>
          <a:prstGeom prst="rect">
            <a:avLst>
              <a:gd name="adj" fmla="val 16667"/>
            </a:avLst>
          </a:prstGeom>
          <a:solidFill>
            <a:srgbClr val="1E40AF"/>
          </a:solidFill>
          <a:ln/>
        </p:spPr>
      </p:sp>
      <p:sp>
        <p:nvSpPr>
          <p:cNvPr id="38" name="Text 36"/>
          <p:cNvSpPr/>
          <p:nvPr/>
        </p:nvSpPr>
        <p:spPr>
          <a:xfrm>
            <a:off x="1371600" y="63093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Check → Training → Re-check → Improvement cycle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15 / 17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Access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594360"/>
          </a:xfrm>
          <a:prstGeom prst="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 is how to access Q-TRAIN.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URL: https://q-train-web.web.app/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address above in your web browser (Chrome recommended).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0273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 with your company email (@hwaseung.com, @hwaseungvina.com, @hsvina.com).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Google account login or email/password login.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94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need access, please ask the QIP department.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71500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557784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also use it on your phone (PWA supported).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Q-TRAIN Training Management System | HWK Vietnam QIP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16 / 17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Request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feedback makes the system better!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Let us know if something is hard to use or confusing.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Share your ideas: "It would be great if we had this feature."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Use the "Issue Registration" feature in the system.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4206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You can also talk directly to the QIP department.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2120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31520" y="5943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QIP Department | ksmoon@hsvina.com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17 / 17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HWK Vietnam QIP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Q-TRAIN System Introduction</dc:subject>
  <dc:creator>Q-TRAIN System</dc:creator>
  <cp:lastModifiedBy>Q-TRAIN System</cp:lastModifiedBy>
  <cp:revision>1</cp:revision>
  <dcterms:created xsi:type="dcterms:W3CDTF">2026-03-09T11:34:16Z</dcterms:created>
  <dcterms:modified xsi:type="dcterms:W3CDTF">2026-03-09T11:34:16Z</dcterms:modified>
</cp:coreProperties>
</file>