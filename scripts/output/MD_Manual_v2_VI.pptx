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3657600" cy="8229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029200"/>
            <a:ext cx="3657600" cy="3657600"/>
          </a:xfrm>
          <a:prstGeom prst="ellipse">
            <a:avLst/>
          </a:prstGeom>
          <a:solidFill>
            <a:srgbClr val="1E33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máy dò kim loại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tuần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32004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 sử dụng v2.0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Q-TRAIN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- Bộ phận QIP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3,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đổi gì? Trước vs Sau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ĐÂY (Thủ công)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Ghi trên giấy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Tổng hợp Excel thủ công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Gửi email báo cáo hàng tuần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Theo dõi CA trong file riêng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Không có theo dõi thời gian thực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(Hệ thống Q-TRAIN)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Nhập trên điện thoại hoặc 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&amp; KPI tự động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Báo cáo PDF 1 cú nhấp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 được theo dõi trong hệ thống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 sánh nhà máy thời gian thực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539496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2+ giờ làm việc thủ công → 5 phút nhập dữ liệu mỗi ngày!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hệ thống - 4 Trang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KPI, so sánh nhà máy, xu hướng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nhanh + Nhập chi tiết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bản ghi, theo dõi 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báo cáo PDF theo tuần</a:t>
            </a:r>
            <a:endParaRPr lang="en-US" sz="1100" dirty="0"/>
          </a:p>
        </p:txBody>
      </p:sp>
      <p:pic>
        <p:nvPicPr>
          <p:cNvPr id="20" name="Image 0" descr="/Users/ksmoon/Coding/training managment system/q-train/scripts/screenshots/03_ma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8229600" cy="2743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21" name="Shape 18"/>
          <p:cNvSpPr/>
          <p:nvPr/>
        </p:nvSpPr>
        <p:spPr>
          <a:xfrm>
            <a:off x="457200" y="3931920"/>
            <a:ext cx="8229600" cy="2743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Mở Q-TRAIN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896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trình duyệt Chrome và nhập URL ở trên</a:t>
            </a:r>
            <a:endParaRPr lang="en-US" sz="1100" dirty="0"/>
          </a:p>
        </p:txBody>
      </p:sp>
      <p:pic>
        <p:nvPicPr>
          <p:cNvPr id="7" name="Image 0" descr="/Users/ksmoon/Coding/training managment system/q-train/scripts/screenshots/01_login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329184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3310128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Email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384048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260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3858768"/>
            <a:ext cx="164592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Mật khẩu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26080" y="448056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926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91840" y="4498848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Đăng nhập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Nhập thông tin &amp; Đăng nhập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2_login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95160" y="276148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email công ty (@hsvina.com)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0" y="338328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340156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mật khẩu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402336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95160" y="404164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Nhấp nút "Đăng nhập"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63093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63276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cho phép email @hsvina.com, @hwaseung.com, @hwaseungvina.com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Điều hướng đến Metal Detector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961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bên &gt; Equipment Compliance &gt; Metal Detector</a:t>
            </a:r>
            <a:endParaRPr lang="en-US" sz="1400" dirty="0"/>
          </a:p>
        </p:txBody>
      </p:sp>
      <p:pic>
        <p:nvPicPr>
          <p:cNvPr id="6" name="Image 0" descr="/Users/ksmoon/Coding/training managment system/q-train/scripts/screenshots/16_sidebar_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3657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74320" y="1463040"/>
            <a:ext cx="3657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0" y="1463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thanh bên hiển thị tất cả module Q-TRAIN. Metal Detector nằm trong "Equipment Compliance".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3774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246888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30175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10896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89120" y="36576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374904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805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89120" y="42976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438912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48056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4297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nhanh: Tổng quan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trường nhập trên MỘT màn hình - cách nhanh nhất ghi kết quả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6_md_input_quick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75488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"Quick Entry" đã chọn ở trên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6126480"/>
            <a:ext cx="256032" cy="256032"/>
          </a:xfrm>
          <a:prstGeom prst="ellipse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nhà máy A/B/C/D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Mã máy + Người kiểm tra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0040" y="6126480"/>
            <a:ext cx="256032" cy="256032"/>
          </a:xfrm>
          <a:prstGeom prst="ellipse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004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nhạy: Fe / SUS / Non-Fe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4612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4612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6616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PASS/FAIL + Nút Lưu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đếm "Today: 0" góc trên phải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4: Chọn nhà máy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Nhấp một trong các nút A / B / C / D. Nút được chọn chuyển sang màu xanh.</a:t>
            </a:r>
            <a:endParaRPr lang="en-US" sz="1300" dirty="0"/>
          </a:p>
        </p:txBody>
      </p:sp>
      <p:pic>
        <p:nvPicPr>
          <p:cNvPr id="5" name="Image 0" descr="/Users/ksmoon/Coding/training managment system/q-train/scripts/screenshots/07_md_input_factory_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0" y="2286000"/>
            <a:ext cx="365760" cy="3657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2331720"/>
            <a:ext cx="2286000" cy="320040"/>
          </a:xfrm>
          <a:prstGeom prst="rect">
            <a:avLst>
              <a:gd name="adj" fmla="val 14286"/>
            </a:avLst>
          </a:prstGeom>
          <a:solidFill>
            <a:srgbClr val="16A34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 selected (blue)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61264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61447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máy được giữ lại sau khi lưu cho nhập liên tục.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5: Nhập Line &amp; Mã máy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8_md_input_lin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288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40280" y="27614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Line (VD: 4-1)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2761488"/>
            <a:ext cx="27432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Mã máy (VD: A410201)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5943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9618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Mã máy in trên nhãn máy. Tự động gợi ý các ID đã dùng trước đó.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6: Nhập giá trị độ nhạy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9_md_input_sensitivity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28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40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= 1.5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= 2.0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12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Non-Fe = 2.5 mm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943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9618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Các giá trị này được giữ lại sau khi lưu cho lần nhập tiếp.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7: Chọn kết quả &amp; Lưu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0_md_input_ready_to_s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3931920"/>
            <a:ext cx="365760" cy="3657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0" y="3968496"/>
            <a:ext cx="2560320" cy="320040"/>
          </a:xfrm>
          <a:prstGeom prst="rect">
            <a:avLst>
              <a:gd name="adj" fmla="val 14286"/>
            </a:avLst>
          </a:prstGeom>
          <a:solidFill>
            <a:srgbClr val="16A34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PASS (xanh) - mặc định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3931920"/>
            <a:ext cx="365760" cy="36576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3968496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Lưu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5943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9618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Mặc định là PASS. Chỉ nhấp FAIL nếu máy không đạt.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FAIL: Nhập chi tiết lỗi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chọn FAIL, vùng đỏ xuất hiện: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11_md_input_fail_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486400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EE2E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541264"/>
            <a:ext cx="274320" cy="2743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541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5046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lỗi (dropdown): Trôi độ nhạy, Trục trặc, Lỗi hiệu chuẩn, v.v.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989320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6044184"/>
            <a:ext cx="274320" cy="2743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6044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600760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(text): Mô tả chi tiết sự cố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65379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654710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ĐỘNG: Hành động khắc phục (CA) tự động tạo với trạng thái "Chờ xử lý"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nhanh: Mẹo nhập liên tục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Giữ lại sau khi lưu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Nhà máy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Ngày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Người kiểm 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Giá trị độ nhạy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Xóa sau khi lưu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Mã máy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Kết quả (→ PASS)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Chi tiết lỗi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Tips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427024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270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2245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cần thay Line + Mã máy cho mỗi máy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481888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7731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đếm "Today: N" theo dõi tiến độ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30352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536752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5367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3218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xanh tự ẩn sau 3 giây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585216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591616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870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đổi nhà máy khi chuyển sang tòa nhà khác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nhập chi tiết (4 bước)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khi cần Tên sản phẩm hoặc Ghi chú chi tiết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12_md_input_detailed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Nhà máy &amp; Line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Thông tin KT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Độ nhạy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4: Kết quả &amp; Lưu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nút Quay lại/Tiếp theo. Dấu kiểm xanh = bước hoàn thành.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Tóm tắt KPI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Năm và Tuần (W1-W52) ở góc trên phải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4_md_dashboard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8600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đã kiểm tra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444752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44752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0472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tuần trước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06624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6624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52344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tuần này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968496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68496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14216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đúng hạn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230368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0368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76088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sửa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37960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lại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754112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54112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99832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lặp lại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So sánh nhà máy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tuần này vs tuần trước theo nhà máy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5_md_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đổi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thế báo cáo email gửi cho quản lý.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So sánh tỷ lệ đạt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 2 tuần theo nhà máy</a:t>
            </a:r>
            <a:endParaRPr lang="en-US" sz="1300" dirty="0"/>
          </a:p>
        </p:txBody>
      </p:sp>
      <p:pic>
        <p:nvPicPr>
          <p:cNvPr id="5" name="Image 0" descr="/Users/ksmoon/Coding/training managment system/q-train/scripts/screenshots/05_md_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36576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3657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Xanh = cải thiện so với tuần trước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Đỏ = giảm so với tuần trước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51206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5166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đồ: Cột (Đạt/Lỗi) + Đường (xu hướng 12 tuần)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kiểm tra: Tìm kiếm &amp; Lọc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3_md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43891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438912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máy: Tất cả / A / B / C / 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1460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Tất cả / PASS / FAIL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ngày / Đến ngày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Xóa: Đặt lại tất cả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6217920"/>
            <a:ext cx="859536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236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Nhấp vào bất kỳ hàng nào để xem chi tiết và cập nhật CA.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sử: Cập nhật hành động khắc phục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Chờ bảo trì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868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→ Đang sửa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868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→ Đã sửa và xác nhận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645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Vào trang Lịch sử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48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Lọc: Kết quả = FAIL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51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Nhấp vào hàng FAIL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645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Cập nhật trạng thái 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48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Thêm mô tả sửa chữa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651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Nhấp Cập nhật</a:t>
            </a:r>
            <a:endParaRPr lang="en-US" sz="1200" dirty="0"/>
          </a:p>
        </p:txBody>
      </p:sp>
      <p:pic>
        <p:nvPicPr>
          <p:cNvPr id="24" name="Image 0" descr="/Users/ksmoon/Coding/training managment system/q-train/scripts/screenshots/14_md_history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91840"/>
            <a:ext cx="8595360" cy="2743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25" name="Shape 22"/>
          <p:cNvSpPr/>
          <p:nvPr/>
        </p:nvSpPr>
        <p:spPr>
          <a:xfrm>
            <a:off x="274320" y="3291840"/>
            <a:ext cx="8595360" cy="2743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6217920"/>
            <a:ext cx="859536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6236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Hoàn thành CA tự động cập nhật KPI "Tỷ lệ sửa bảo trì" trên Dashboard.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tuần: Tạo PDF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5_md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Năm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690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Tuần (W1-W52)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122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Nhấp "Generate PDF"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85216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870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MD_Report_2026_W11.pdf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5870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không có dữ liệu cho tuần đã chọn, nút PDF bị vô hiệu.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quy trình hàng ngày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kiểm 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Mở Q-TRAIN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Chế độ nhập nhanh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Nhập từng máy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Kiểm tra "Today: N"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FAIL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1460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lỗi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Chọn FAIL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Chọn loại lỗi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Nhập mô tả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Lưu → CA tự tạo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TUẦN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5488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Kiểm tra KPI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 sánh nhà máy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Vấn đề lặp lại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Tạo PDF nếu cần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9516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SỬA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951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CA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Vào Lịch sử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Tìm mục FAIL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Cập nhật trạng thái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Thêm mô tả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thường gặp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Mã máy có bắt buộc?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Không, nhưng cần cho theo dõi lỗi lặp lại.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Nhập sai thì sao?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Tìm trong Lịch sử, liên hệ admin để sửa.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Lỗi lặp lại được phát hiện thế nào?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850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Cùng máy/line FAIL 2 tuần liên tiếp.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9768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Ai cập nhật trạng thái CA?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8231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8231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QIP hoặc nhóm bảo trì.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539496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39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Dùng điện thoại được không?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87959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7959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Được! Dùng Chrome mobile. Thêm vào màn hình chính.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3657600" cy="8229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029200"/>
            <a:ext cx="3657600" cy="3657600"/>
          </a:xfrm>
          <a:prstGeom prst="ellipse">
            <a:avLst/>
          </a:prstGeom>
          <a:solidFill>
            <a:srgbClr val="1E33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 &amp; Hỗ trợ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7432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QIP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ksmoon@hsvina.com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bạn đã sử dụng Q-TRAIN!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kiểm tra chính xác dẫn đến chất lượng tốt hơn.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 Manual v2.0 - VI</dc:title>
  <dc:subject>Metal Detector Manual v2.0 (VI)</dc:subject>
  <dc:creator>Q-TRAIN System</dc:creator>
  <cp:lastModifiedBy>Q-TRAIN System</cp:lastModifiedBy>
  <cp:revision>1</cp:revision>
  <dcterms:created xsi:type="dcterms:W3CDTF">2026-03-14T03:50:28Z</dcterms:created>
  <dcterms:modified xsi:type="dcterms:W3CDTF">2026-03-14T03:50:28Z</dcterms:modified>
</cp:coreProperties>
</file>